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4"/>
  </p:sldMasterIdLst>
  <p:notesMasterIdLst>
    <p:notesMasterId r:id="rId46"/>
  </p:notesMasterIdLst>
  <p:sldIdLst>
    <p:sldId id="2142534145" r:id="rId5"/>
    <p:sldId id="2142534154" r:id="rId6"/>
    <p:sldId id="2142534156" r:id="rId7"/>
    <p:sldId id="2142534153" r:id="rId8"/>
    <p:sldId id="2142534147" r:id="rId9"/>
    <p:sldId id="2142534148" r:id="rId10"/>
    <p:sldId id="2142534149" r:id="rId11"/>
    <p:sldId id="2142534150" r:id="rId12"/>
    <p:sldId id="2142534151" r:id="rId13"/>
    <p:sldId id="2142534157" r:id="rId14"/>
    <p:sldId id="2142534152" r:id="rId15"/>
    <p:sldId id="2142534155" r:id="rId16"/>
    <p:sldId id="2142534158" r:id="rId17"/>
    <p:sldId id="2142534159" r:id="rId18"/>
    <p:sldId id="2142534160" r:id="rId19"/>
    <p:sldId id="2142534161" r:id="rId20"/>
    <p:sldId id="2142534162" r:id="rId21"/>
    <p:sldId id="2142534163" r:id="rId22"/>
    <p:sldId id="2142534164" r:id="rId23"/>
    <p:sldId id="2142534165" r:id="rId24"/>
    <p:sldId id="2142534166" r:id="rId25"/>
    <p:sldId id="2142534167" r:id="rId26"/>
    <p:sldId id="2142534177" r:id="rId27"/>
    <p:sldId id="2142534183" r:id="rId28"/>
    <p:sldId id="2142534184" r:id="rId29"/>
    <p:sldId id="2142534185" r:id="rId30"/>
    <p:sldId id="2142534186" r:id="rId31"/>
    <p:sldId id="2142534168" r:id="rId32"/>
    <p:sldId id="2142534169" r:id="rId33"/>
    <p:sldId id="2142534170" r:id="rId34"/>
    <p:sldId id="2142534171" r:id="rId35"/>
    <p:sldId id="2142534172" r:id="rId36"/>
    <p:sldId id="2142534173" r:id="rId37"/>
    <p:sldId id="2142534174" r:id="rId38"/>
    <p:sldId id="2142534175" r:id="rId39"/>
    <p:sldId id="2142534178" r:id="rId40"/>
    <p:sldId id="2142534176" r:id="rId41"/>
    <p:sldId id="2142534180" r:id="rId42"/>
    <p:sldId id="2142534179" r:id="rId43"/>
    <p:sldId id="2142534181" r:id="rId44"/>
    <p:sldId id="2142534182" r:id="rId45"/>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67" userDrawn="1">
          <p15:clr>
            <a:srgbClr val="A4A3A4"/>
          </p15:clr>
        </p15:guide>
        <p15:guide id="2" pos="24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4BF80C-EA9D-0910-5222-AF18C3063CFD}" name="Belen Padilla Santos" initials="BPS" userId="S::bpadillasantos@cegid.com::b319d617-0180-49dd-8afc-e00e6c6d3822" providerId="AD"/>
  <p188:author id="{33F75737-F241-F0A3-E034-95FD22B251D4}" name="Valentine Bissuel" initials="VB" userId="S::vbissuel@cegid.com::d710c204-a8f9-4542-88e7-d06392b072e7" providerId="AD"/>
  <p188:author id="{041138B8-0C0F-C429-E06A-ABFD736647DC}" name="Maite Leteno" initials="ML" userId="S::mleteno@cegid.com::c8b85794-2926-4603-98d2-a9be34d2d6d9" providerId="AD"/>
  <p188:author id="{F3DEE3C5-714F-627E-8974-7B6DF4B4320F}" name="Meigge Sauvaget" initials="MS" userId="S::msauvaget@cegid.com::755dba97-9933-462c-8142-37430c94b69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amille Lac" initials="CL" lastIdx="2" clrIdx="0">
    <p:extLst>
      <p:ext uri="{19B8F6BF-5375-455C-9EA6-DF929625EA0E}">
        <p15:presenceInfo xmlns:p15="http://schemas.microsoft.com/office/powerpoint/2012/main" userId="S::clac@cegid.com::c26504c4-18a4-4e3c-95c7-b0933657c0b9" providerId="AD"/>
      </p:ext>
    </p:extLst>
  </p:cmAuthor>
  <p:cmAuthor id="2" name="Tania Oakey" initials="TO" lastIdx="34" clrIdx="1">
    <p:extLst>
      <p:ext uri="{19B8F6BF-5375-455C-9EA6-DF929625EA0E}">
        <p15:presenceInfo xmlns:p15="http://schemas.microsoft.com/office/powerpoint/2012/main" userId="S::TOAKEY@cegid.com::5780b880-7de0-411f-bb3a-1510489a606b" providerId="AD"/>
      </p:ext>
    </p:extLst>
  </p:cmAuthor>
  <p:cmAuthor id="3" name="Salima Jetha" initials="SJ" lastIdx="5" clrIdx="2">
    <p:extLst>
      <p:ext uri="{19B8F6BF-5375-455C-9EA6-DF929625EA0E}">
        <p15:presenceInfo xmlns:p15="http://schemas.microsoft.com/office/powerpoint/2012/main" userId="S::sjetha@cegid.com::1e25e210-9970-44be-87b9-60befa6b37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2C52"/>
    <a:srgbClr val="0046FF"/>
    <a:srgbClr val="FF5B35"/>
    <a:srgbClr val="DAE8FF"/>
    <a:srgbClr val="0046FE"/>
    <a:srgbClr val="024FFD"/>
    <a:srgbClr val="F2B54A"/>
    <a:srgbClr val="FF5C35"/>
    <a:srgbClr val="FF5C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DFA51-05AD-4482-B01B-B2112F2AFAE4}" v="1138" dt="2024-09-19T13:52:20.75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67"/>
        <p:guide pos="249"/>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man Gazol Martin" userId="1556b380-f0f7-40bc-b083-f01ffba7f625" providerId="ADAL" clId="{788DFA51-05AD-4482-B01B-B2112F2AFAE4}"/>
    <pc:docChg chg="undo custSel addSld delSld modSld sldOrd">
      <pc:chgData name="German Gazol Martin" userId="1556b380-f0f7-40bc-b083-f01ffba7f625" providerId="ADAL" clId="{788DFA51-05AD-4482-B01B-B2112F2AFAE4}" dt="2024-09-19T13:52:20.758" v="5744" actId="113"/>
      <pc:docMkLst>
        <pc:docMk/>
      </pc:docMkLst>
      <pc:sldChg chg="modSp mod">
        <pc:chgData name="German Gazol Martin" userId="1556b380-f0f7-40bc-b083-f01ffba7f625" providerId="ADAL" clId="{788DFA51-05AD-4482-B01B-B2112F2AFAE4}" dt="2024-09-13T10:46:32.045" v="3335" actId="20577"/>
        <pc:sldMkLst>
          <pc:docMk/>
          <pc:sldMk cId="4171267089" sldId="2142534148"/>
        </pc:sldMkLst>
        <pc:spChg chg="mod">
          <ac:chgData name="German Gazol Martin" userId="1556b380-f0f7-40bc-b083-f01ffba7f625" providerId="ADAL" clId="{788DFA51-05AD-4482-B01B-B2112F2AFAE4}" dt="2024-09-13T10:46:32.045" v="3335" actId="20577"/>
          <ac:spMkLst>
            <pc:docMk/>
            <pc:sldMk cId="4171267089" sldId="2142534148"/>
            <ac:spMk id="19" creationId="{DD7EA926-ED29-F67D-4FB5-09D3EBFEBEDB}"/>
          </ac:spMkLst>
        </pc:spChg>
      </pc:sldChg>
      <pc:sldChg chg="modSp mod">
        <pc:chgData name="German Gazol Martin" userId="1556b380-f0f7-40bc-b083-f01ffba7f625" providerId="ADAL" clId="{788DFA51-05AD-4482-B01B-B2112F2AFAE4}" dt="2024-09-13T10:57:31.553" v="3993" actId="113"/>
        <pc:sldMkLst>
          <pc:docMk/>
          <pc:sldMk cId="1925163638" sldId="2142534150"/>
        </pc:sldMkLst>
        <pc:spChg chg="mod">
          <ac:chgData name="German Gazol Martin" userId="1556b380-f0f7-40bc-b083-f01ffba7f625" providerId="ADAL" clId="{788DFA51-05AD-4482-B01B-B2112F2AFAE4}" dt="2024-09-13T10:57:31.553" v="3993" actId="113"/>
          <ac:spMkLst>
            <pc:docMk/>
            <pc:sldMk cId="1925163638" sldId="2142534150"/>
            <ac:spMk id="19" creationId="{DD7EA926-ED29-F67D-4FB5-09D3EBFEBEDB}"/>
          </ac:spMkLst>
        </pc:spChg>
      </pc:sldChg>
      <pc:sldChg chg="modSp mod">
        <pc:chgData name="German Gazol Martin" userId="1556b380-f0f7-40bc-b083-f01ffba7f625" providerId="ADAL" clId="{788DFA51-05AD-4482-B01B-B2112F2AFAE4}" dt="2024-09-13T10:37:31.417" v="3334" actId="14100"/>
        <pc:sldMkLst>
          <pc:docMk/>
          <pc:sldMk cId="159377492" sldId="2142534155"/>
        </pc:sldMkLst>
        <pc:spChg chg="mod">
          <ac:chgData name="German Gazol Martin" userId="1556b380-f0f7-40bc-b083-f01ffba7f625" providerId="ADAL" clId="{788DFA51-05AD-4482-B01B-B2112F2AFAE4}" dt="2024-09-13T10:37:31.417" v="3334" actId="14100"/>
          <ac:spMkLst>
            <pc:docMk/>
            <pc:sldMk cId="159377492" sldId="2142534155"/>
            <ac:spMk id="2" creationId="{26962DCD-3C68-802C-E149-777850503ED2}"/>
          </ac:spMkLst>
        </pc:spChg>
      </pc:sldChg>
      <pc:sldChg chg="addSp delSp modSp mod">
        <pc:chgData name="German Gazol Martin" userId="1556b380-f0f7-40bc-b083-f01ffba7f625" providerId="ADAL" clId="{788DFA51-05AD-4482-B01B-B2112F2AFAE4}" dt="2024-09-13T11:16:31.279" v="4752" actId="6549"/>
        <pc:sldMkLst>
          <pc:docMk/>
          <pc:sldMk cId="330917210" sldId="2142534158"/>
        </pc:sldMkLst>
        <pc:spChg chg="add del mod">
          <ac:chgData name="German Gazol Martin" userId="1556b380-f0f7-40bc-b083-f01ffba7f625" providerId="ADAL" clId="{788DFA51-05AD-4482-B01B-B2112F2AFAE4}" dt="2024-09-13T09:32:57.218" v="813" actId="478"/>
          <ac:spMkLst>
            <pc:docMk/>
            <pc:sldMk cId="330917210" sldId="2142534158"/>
            <ac:spMk id="2" creationId="{E89F50EA-5792-0005-1155-198496F54C8B}"/>
          </ac:spMkLst>
        </pc:spChg>
        <pc:spChg chg="add mod">
          <ac:chgData name="German Gazol Martin" userId="1556b380-f0f7-40bc-b083-f01ffba7f625" providerId="ADAL" clId="{788DFA51-05AD-4482-B01B-B2112F2AFAE4}" dt="2024-09-13T09:32:31.215" v="811" actId="1076"/>
          <ac:spMkLst>
            <pc:docMk/>
            <pc:sldMk cId="330917210" sldId="2142534158"/>
            <ac:spMk id="4" creationId="{B3864721-026B-C4C5-63E3-9D269357ED77}"/>
          </ac:spMkLst>
        </pc:spChg>
        <pc:spChg chg="mod">
          <ac:chgData name="German Gazol Martin" userId="1556b380-f0f7-40bc-b083-f01ffba7f625" providerId="ADAL" clId="{788DFA51-05AD-4482-B01B-B2112F2AFAE4}" dt="2024-09-13T11:16:31.279" v="4752" actId="6549"/>
          <ac:spMkLst>
            <pc:docMk/>
            <pc:sldMk cId="330917210" sldId="2142534158"/>
            <ac:spMk id="19" creationId="{DD7EA926-ED29-F67D-4FB5-09D3EBFEBEDB}"/>
          </ac:spMkLst>
        </pc:spChg>
      </pc:sldChg>
      <pc:sldChg chg="addSp modSp mod">
        <pc:chgData name="German Gazol Martin" userId="1556b380-f0f7-40bc-b083-f01ffba7f625" providerId="ADAL" clId="{788DFA51-05AD-4482-B01B-B2112F2AFAE4}" dt="2024-09-13T11:22:22.225" v="4769" actId="6549"/>
        <pc:sldMkLst>
          <pc:docMk/>
          <pc:sldMk cId="1362157846" sldId="2142534159"/>
        </pc:sldMkLst>
        <pc:spChg chg="add mod">
          <ac:chgData name="German Gazol Martin" userId="1556b380-f0f7-40bc-b083-f01ffba7f625" providerId="ADAL" clId="{788DFA51-05AD-4482-B01B-B2112F2AFAE4}" dt="2024-09-13T10:08:06.538" v="1797" actId="1076"/>
          <ac:spMkLst>
            <pc:docMk/>
            <pc:sldMk cId="1362157846" sldId="2142534159"/>
            <ac:spMk id="2" creationId="{0F37659B-A00C-0031-B27F-B3755CBA2710}"/>
          </ac:spMkLst>
        </pc:spChg>
        <pc:spChg chg="mod">
          <ac:chgData name="German Gazol Martin" userId="1556b380-f0f7-40bc-b083-f01ffba7f625" providerId="ADAL" clId="{788DFA51-05AD-4482-B01B-B2112F2AFAE4}" dt="2024-09-13T11:22:22.225" v="4769" actId="6549"/>
          <ac:spMkLst>
            <pc:docMk/>
            <pc:sldMk cId="1362157846" sldId="2142534159"/>
            <ac:spMk id="19" creationId="{DD7EA926-ED29-F67D-4FB5-09D3EBFEBEDB}"/>
          </ac:spMkLst>
        </pc:spChg>
      </pc:sldChg>
      <pc:sldChg chg="modSp mod">
        <pc:chgData name="German Gazol Martin" userId="1556b380-f0f7-40bc-b083-f01ffba7f625" providerId="ADAL" clId="{788DFA51-05AD-4482-B01B-B2112F2AFAE4}" dt="2024-09-13T10:11:15.865" v="2244" actId="20577"/>
        <pc:sldMkLst>
          <pc:docMk/>
          <pc:sldMk cId="480070183" sldId="2142534160"/>
        </pc:sldMkLst>
        <pc:spChg chg="mod">
          <ac:chgData name="German Gazol Martin" userId="1556b380-f0f7-40bc-b083-f01ffba7f625" providerId="ADAL" clId="{788DFA51-05AD-4482-B01B-B2112F2AFAE4}" dt="2024-09-13T10:11:15.865" v="2244" actId="20577"/>
          <ac:spMkLst>
            <pc:docMk/>
            <pc:sldMk cId="480070183" sldId="2142534160"/>
            <ac:spMk id="19" creationId="{DD7EA926-ED29-F67D-4FB5-09D3EBFEBEDB}"/>
          </ac:spMkLst>
        </pc:spChg>
      </pc:sldChg>
      <pc:sldChg chg="addSp modSp mod">
        <pc:chgData name="German Gazol Martin" userId="1556b380-f0f7-40bc-b083-f01ffba7f625" providerId="ADAL" clId="{788DFA51-05AD-4482-B01B-B2112F2AFAE4}" dt="2024-09-13T11:42:32.136" v="4772" actId="6549"/>
        <pc:sldMkLst>
          <pc:docMk/>
          <pc:sldMk cId="2350220300" sldId="2142534161"/>
        </pc:sldMkLst>
        <pc:spChg chg="add mod">
          <ac:chgData name="German Gazol Martin" userId="1556b380-f0f7-40bc-b083-f01ffba7f625" providerId="ADAL" clId="{788DFA51-05AD-4482-B01B-B2112F2AFAE4}" dt="2024-09-13T10:14:54.141" v="2310" actId="1076"/>
          <ac:spMkLst>
            <pc:docMk/>
            <pc:sldMk cId="2350220300" sldId="2142534161"/>
            <ac:spMk id="2" creationId="{81BE92DF-6DFE-1CA9-765F-1A1636C4FC89}"/>
          </ac:spMkLst>
        </pc:spChg>
        <pc:spChg chg="mod">
          <ac:chgData name="German Gazol Martin" userId="1556b380-f0f7-40bc-b083-f01ffba7f625" providerId="ADAL" clId="{788DFA51-05AD-4482-B01B-B2112F2AFAE4}" dt="2024-09-13T11:42:32.136" v="4772" actId="6549"/>
          <ac:spMkLst>
            <pc:docMk/>
            <pc:sldMk cId="2350220300" sldId="2142534161"/>
            <ac:spMk id="19" creationId="{DD7EA926-ED29-F67D-4FB5-09D3EBFEBEDB}"/>
          </ac:spMkLst>
        </pc:spChg>
      </pc:sldChg>
      <pc:sldChg chg="modSp mod">
        <pc:chgData name="German Gazol Martin" userId="1556b380-f0f7-40bc-b083-f01ffba7f625" providerId="ADAL" clId="{788DFA51-05AD-4482-B01B-B2112F2AFAE4}" dt="2024-09-13T10:18:53.246" v="2774" actId="20577"/>
        <pc:sldMkLst>
          <pc:docMk/>
          <pc:sldMk cId="606241723" sldId="2142534162"/>
        </pc:sldMkLst>
        <pc:spChg chg="mod">
          <ac:chgData name="German Gazol Martin" userId="1556b380-f0f7-40bc-b083-f01ffba7f625" providerId="ADAL" clId="{788DFA51-05AD-4482-B01B-B2112F2AFAE4}" dt="2024-09-13T10:18:53.246" v="2774" actId="20577"/>
          <ac:spMkLst>
            <pc:docMk/>
            <pc:sldMk cId="606241723" sldId="2142534162"/>
            <ac:spMk id="19" creationId="{DD7EA926-ED29-F67D-4FB5-09D3EBFEBEDB}"/>
          </ac:spMkLst>
        </pc:spChg>
      </pc:sldChg>
      <pc:sldChg chg="modSp mod">
        <pc:chgData name="German Gazol Martin" userId="1556b380-f0f7-40bc-b083-f01ffba7f625" providerId="ADAL" clId="{788DFA51-05AD-4482-B01B-B2112F2AFAE4}" dt="2024-09-13T10:23:26.875" v="3129" actId="6549"/>
        <pc:sldMkLst>
          <pc:docMk/>
          <pc:sldMk cId="2391678327" sldId="2142534163"/>
        </pc:sldMkLst>
        <pc:spChg chg="mod">
          <ac:chgData name="German Gazol Martin" userId="1556b380-f0f7-40bc-b083-f01ffba7f625" providerId="ADAL" clId="{788DFA51-05AD-4482-B01B-B2112F2AFAE4}" dt="2024-09-13T10:23:26.875" v="3129" actId="6549"/>
          <ac:spMkLst>
            <pc:docMk/>
            <pc:sldMk cId="2391678327" sldId="2142534163"/>
            <ac:spMk id="19" creationId="{DD7EA926-ED29-F67D-4FB5-09D3EBFEBEDB}"/>
          </ac:spMkLst>
        </pc:spChg>
      </pc:sldChg>
      <pc:sldChg chg="modSp mod">
        <pc:chgData name="German Gazol Martin" userId="1556b380-f0f7-40bc-b083-f01ffba7f625" providerId="ADAL" clId="{788DFA51-05AD-4482-B01B-B2112F2AFAE4}" dt="2024-09-13T11:46:37.844" v="4773" actId="6549"/>
        <pc:sldMkLst>
          <pc:docMk/>
          <pc:sldMk cId="1781401940" sldId="2142534164"/>
        </pc:sldMkLst>
        <pc:spChg chg="mod">
          <ac:chgData name="German Gazol Martin" userId="1556b380-f0f7-40bc-b083-f01ffba7f625" providerId="ADAL" clId="{788DFA51-05AD-4482-B01B-B2112F2AFAE4}" dt="2024-09-13T11:46:37.844" v="4773" actId="6549"/>
          <ac:spMkLst>
            <pc:docMk/>
            <pc:sldMk cId="1781401940" sldId="2142534164"/>
            <ac:spMk id="19" creationId="{DD7EA926-ED29-F67D-4FB5-09D3EBFEBEDB}"/>
          </ac:spMkLst>
        </pc:spChg>
      </pc:sldChg>
      <pc:sldChg chg="modSp mod">
        <pc:chgData name="German Gazol Martin" userId="1556b380-f0f7-40bc-b083-f01ffba7f625" providerId="ADAL" clId="{788DFA51-05AD-4482-B01B-B2112F2AFAE4}" dt="2024-09-13T11:47:54.692" v="4808" actId="20577"/>
        <pc:sldMkLst>
          <pc:docMk/>
          <pc:sldMk cId="2834564867" sldId="2142534165"/>
        </pc:sldMkLst>
        <pc:spChg chg="mod">
          <ac:chgData name="German Gazol Martin" userId="1556b380-f0f7-40bc-b083-f01ffba7f625" providerId="ADAL" clId="{788DFA51-05AD-4482-B01B-B2112F2AFAE4}" dt="2024-09-13T11:47:54.692" v="4808" actId="20577"/>
          <ac:spMkLst>
            <pc:docMk/>
            <pc:sldMk cId="2834564867" sldId="2142534165"/>
            <ac:spMk id="19" creationId="{DD7EA926-ED29-F67D-4FB5-09D3EBFEBEDB}"/>
          </ac:spMkLst>
        </pc:spChg>
      </pc:sldChg>
      <pc:sldChg chg="modSp mod">
        <pc:chgData name="German Gazol Martin" userId="1556b380-f0f7-40bc-b083-f01ffba7f625" providerId="ADAL" clId="{788DFA51-05AD-4482-B01B-B2112F2AFAE4}" dt="2024-09-13T10:49:59.964" v="3342" actId="15"/>
        <pc:sldMkLst>
          <pc:docMk/>
          <pc:sldMk cId="2699246202" sldId="2142534166"/>
        </pc:sldMkLst>
        <pc:spChg chg="mod">
          <ac:chgData name="German Gazol Martin" userId="1556b380-f0f7-40bc-b083-f01ffba7f625" providerId="ADAL" clId="{788DFA51-05AD-4482-B01B-B2112F2AFAE4}" dt="2024-09-13T10:49:59.964" v="3342" actId="15"/>
          <ac:spMkLst>
            <pc:docMk/>
            <pc:sldMk cId="2699246202" sldId="2142534166"/>
            <ac:spMk id="19" creationId="{DD7EA926-ED29-F67D-4FB5-09D3EBFEBEDB}"/>
          </ac:spMkLst>
        </pc:spChg>
      </pc:sldChg>
      <pc:sldChg chg="modSp mod">
        <pc:chgData name="German Gazol Martin" userId="1556b380-f0f7-40bc-b083-f01ffba7f625" providerId="ADAL" clId="{788DFA51-05AD-4482-B01B-B2112F2AFAE4}" dt="2024-09-13T10:50:34.937" v="3352" actId="6549"/>
        <pc:sldMkLst>
          <pc:docMk/>
          <pc:sldMk cId="3083293150" sldId="2142534167"/>
        </pc:sldMkLst>
        <pc:spChg chg="mod">
          <ac:chgData name="German Gazol Martin" userId="1556b380-f0f7-40bc-b083-f01ffba7f625" providerId="ADAL" clId="{788DFA51-05AD-4482-B01B-B2112F2AFAE4}" dt="2024-09-13T10:50:34.937" v="3352" actId="6549"/>
          <ac:spMkLst>
            <pc:docMk/>
            <pc:sldMk cId="3083293150" sldId="2142534167"/>
            <ac:spMk id="19" creationId="{DD7EA926-ED29-F67D-4FB5-09D3EBFEBEDB}"/>
          </ac:spMkLst>
        </pc:spChg>
      </pc:sldChg>
      <pc:sldChg chg="modSp add mod">
        <pc:chgData name="German Gazol Martin" userId="1556b380-f0f7-40bc-b083-f01ffba7f625" providerId="ADAL" clId="{788DFA51-05AD-4482-B01B-B2112F2AFAE4}" dt="2024-09-12T14:26:17.262" v="307" actId="13926"/>
        <pc:sldMkLst>
          <pc:docMk/>
          <pc:sldMk cId="2636063654" sldId="2142534168"/>
        </pc:sldMkLst>
        <pc:spChg chg="mod">
          <ac:chgData name="German Gazol Martin" userId="1556b380-f0f7-40bc-b083-f01ffba7f625" providerId="ADAL" clId="{788DFA51-05AD-4482-B01B-B2112F2AFAE4}" dt="2024-09-12T14:21:55.539" v="306" actId="20577"/>
          <ac:spMkLst>
            <pc:docMk/>
            <pc:sldMk cId="2636063654" sldId="2142534168"/>
            <ac:spMk id="19" creationId="{DD7EA926-ED29-F67D-4FB5-09D3EBFEBEDB}"/>
          </ac:spMkLst>
        </pc:spChg>
        <pc:spChg chg="mod">
          <ac:chgData name="German Gazol Martin" userId="1556b380-f0f7-40bc-b083-f01ffba7f625" providerId="ADAL" clId="{788DFA51-05AD-4482-B01B-B2112F2AFAE4}" dt="2024-09-12T14:26:17.262" v="307" actId="13926"/>
          <ac:spMkLst>
            <pc:docMk/>
            <pc:sldMk cId="2636063654" sldId="2142534168"/>
            <ac:spMk id="24" creationId="{8A16288F-063C-619B-D6F6-9539AB7683CD}"/>
          </ac:spMkLst>
        </pc:spChg>
      </pc:sldChg>
      <pc:sldChg chg="modSp add mod">
        <pc:chgData name="German Gazol Martin" userId="1556b380-f0f7-40bc-b083-f01ffba7f625" providerId="ADAL" clId="{788DFA51-05AD-4482-B01B-B2112F2AFAE4}" dt="2024-09-12T14:07:13.170" v="269" actId="20577"/>
        <pc:sldMkLst>
          <pc:docMk/>
          <pc:sldMk cId="2068714505" sldId="2142534169"/>
        </pc:sldMkLst>
        <pc:spChg chg="mod">
          <ac:chgData name="German Gazol Martin" userId="1556b380-f0f7-40bc-b083-f01ffba7f625" providerId="ADAL" clId="{788DFA51-05AD-4482-B01B-B2112F2AFAE4}" dt="2024-09-12T14:07:13.170" v="269" actId="20577"/>
          <ac:spMkLst>
            <pc:docMk/>
            <pc:sldMk cId="2068714505" sldId="2142534169"/>
            <ac:spMk id="19" creationId="{DD7EA926-ED29-F67D-4FB5-09D3EBFEBEDB}"/>
          </ac:spMkLst>
        </pc:spChg>
        <pc:spChg chg="mod">
          <ac:chgData name="German Gazol Martin" userId="1556b380-f0f7-40bc-b083-f01ffba7f625" providerId="ADAL" clId="{788DFA51-05AD-4482-B01B-B2112F2AFAE4}" dt="2024-09-12T13:57:04.923" v="138" actId="14100"/>
          <ac:spMkLst>
            <pc:docMk/>
            <pc:sldMk cId="2068714505" sldId="2142534169"/>
            <ac:spMk id="24" creationId="{8A16288F-063C-619B-D6F6-9539AB7683CD}"/>
          </ac:spMkLst>
        </pc:spChg>
      </pc:sldChg>
      <pc:sldChg chg="modSp add mod">
        <pc:chgData name="German Gazol Martin" userId="1556b380-f0f7-40bc-b083-f01ffba7f625" providerId="ADAL" clId="{788DFA51-05AD-4482-B01B-B2112F2AFAE4}" dt="2024-09-12T14:26:20.430" v="308" actId="13926"/>
        <pc:sldMkLst>
          <pc:docMk/>
          <pc:sldMk cId="1459769904" sldId="2142534170"/>
        </pc:sldMkLst>
        <pc:spChg chg="mod">
          <ac:chgData name="German Gazol Martin" userId="1556b380-f0f7-40bc-b083-f01ffba7f625" providerId="ADAL" clId="{788DFA51-05AD-4482-B01B-B2112F2AFAE4}" dt="2024-09-12T14:07:17.630" v="271" actId="5793"/>
          <ac:spMkLst>
            <pc:docMk/>
            <pc:sldMk cId="1459769904" sldId="2142534170"/>
            <ac:spMk id="19" creationId="{DD7EA926-ED29-F67D-4FB5-09D3EBFEBEDB}"/>
          </ac:spMkLst>
        </pc:spChg>
        <pc:spChg chg="mod">
          <ac:chgData name="German Gazol Martin" userId="1556b380-f0f7-40bc-b083-f01ffba7f625" providerId="ADAL" clId="{788DFA51-05AD-4482-B01B-B2112F2AFAE4}" dt="2024-09-12T14:26:20.430" v="308" actId="13926"/>
          <ac:spMkLst>
            <pc:docMk/>
            <pc:sldMk cId="1459769904" sldId="2142534170"/>
            <ac:spMk id="24" creationId="{8A16288F-063C-619B-D6F6-9539AB7683CD}"/>
          </ac:spMkLst>
        </pc:spChg>
      </pc:sldChg>
      <pc:sldChg chg="modSp add mod">
        <pc:chgData name="German Gazol Martin" userId="1556b380-f0f7-40bc-b083-f01ffba7f625" providerId="ADAL" clId="{788DFA51-05AD-4482-B01B-B2112F2AFAE4}" dt="2024-09-12T14:26:24.096" v="309" actId="13926"/>
        <pc:sldMkLst>
          <pc:docMk/>
          <pc:sldMk cId="1212892941" sldId="2142534171"/>
        </pc:sldMkLst>
        <pc:spChg chg="mod">
          <ac:chgData name="German Gazol Martin" userId="1556b380-f0f7-40bc-b083-f01ffba7f625" providerId="ADAL" clId="{788DFA51-05AD-4482-B01B-B2112F2AFAE4}" dt="2024-09-12T14:07:22.862" v="274" actId="20577"/>
          <ac:spMkLst>
            <pc:docMk/>
            <pc:sldMk cId="1212892941" sldId="2142534171"/>
            <ac:spMk id="19" creationId="{DD7EA926-ED29-F67D-4FB5-09D3EBFEBEDB}"/>
          </ac:spMkLst>
        </pc:spChg>
        <pc:spChg chg="mod">
          <ac:chgData name="German Gazol Martin" userId="1556b380-f0f7-40bc-b083-f01ffba7f625" providerId="ADAL" clId="{788DFA51-05AD-4482-B01B-B2112F2AFAE4}" dt="2024-09-12T14:26:24.096" v="309" actId="13926"/>
          <ac:spMkLst>
            <pc:docMk/>
            <pc:sldMk cId="1212892941" sldId="2142534171"/>
            <ac:spMk id="24" creationId="{8A16288F-063C-619B-D6F6-9539AB7683CD}"/>
          </ac:spMkLst>
        </pc:spChg>
      </pc:sldChg>
      <pc:sldChg chg="modSp add mod">
        <pc:chgData name="German Gazol Martin" userId="1556b380-f0f7-40bc-b083-f01ffba7f625" providerId="ADAL" clId="{788DFA51-05AD-4482-B01B-B2112F2AFAE4}" dt="2024-09-12T14:26:28.434" v="310" actId="13926"/>
        <pc:sldMkLst>
          <pc:docMk/>
          <pc:sldMk cId="1509054487" sldId="2142534172"/>
        </pc:sldMkLst>
        <pc:spChg chg="mod">
          <ac:chgData name="German Gazol Martin" userId="1556b380-f0f7-40bc-b083-f01ffba7f625" providerId="ADAL" clId="{788DFA51-05AD-4482-B01B-B2112F2AFAE4}" dt="2024-09-12T14:04:34.474" v="240" actId="20577"/>
          <ac:spMkLst>
            <pc:docMk/>
            <pc:sldMk cId="1509054487" sldId="2142534172"/>
            <ac:spMk id="19" creationId="{DD7EA926-ED29-F67D-4FB5-09D3EBFEBEDB}"/>
          </ac:spMkLst>
        </pc:spChg>
        <pc:spChg chg="mod">
          <ac:chgData name="German Gazol Martin" userId="1556b380-f0f7-40bc-b083-f01ffba7f625" providerId="ADAL" clId="{788DFA51-05AD-4482-B01B-B2112F2AFAE4}" dt="2024-09-12T14:26:28.434" v="310" actId="13926"/>
          <ac:spMkLst>
            <pc:docMk/>
            <pc:sldMk cId="1509054487" sldId="2142534172"/>
            <ac:spMk id="24" creationId="{8A16288F-063C-619B-D6F6-9539AB7683CD}"/>
          </ac:spMkLst>
        </pc:spChg>
      </pc:sldChg>
      <pc:sldChg chg="modSp add mod">
        <pc:chgData name="German Gazol Martin" userId="1556b380-f0f7-40bc-b083-f01ffba7f625" providerId="ADAL" clId="{788DFA51-05AD-4482-B01B-B2112F2AFAE4}" dt="2024-09-12T14:26:33.650" v="311" actId="13926"/>
        <pc:sldMkLst>
          <pc:docMk/>
          <pc:sldMk cId="137120784" sldId="2142534173"/>
        </pc:sldMkLst>
        <pc:spChg chg="mod">
          <ac:chgData name="German Gazol Martin" userId="1556b380-f0f7-40bc-b083-f01ffba7f625" providerId="ADAL" clId="{788DFA51-05AD-4482-B01B-B2112F2AFAE4}" dt="2024-09-12T14:04:53.410" v="244"/>
          <ac:spMkLst>
            <pc:docMk/>
            <pc:sldMk cId="137120784" sldId="2142534173"/>
            <ac:spMk id="19" creationId="{DD7EA926-ED29-F67D-4FB5-09D3EBFEBEDB}"/>
          </ac:spMkLst>
        </pc:spChg>
        <pc:spChg chg="mod">
          <ac:chgData name="German Gazol Martin" userId="1556b380-f0f7-40bc-b083-f01ffba7f625" providerId="ADAL" clId="{788DFA51-05AD-4482-B01B-B2112F2AFAE4}" dt="2024-09-12T14:26:33.650" v="311" actId="13926"/>
          <ac:spMkLst>
            <pc:docMk/>
            <pc:sldMk cId="137120784" sldId="2142534173"/>
            <ac:spMk id="24" creationId="{8A16288F-063C-619B-D6F6-9539AB7683CD}"/>
          </ac:spMkLst>
        </pc:spChg>
      </pc:sldChg>
      <pc:sldChg chg="modSp add mod">
        <pc:chgData name="German Gazol Martin" userId="1556b380-f0f7-40bc-b083-f01ffba7f625" providerId="ADAL" clId="{788DFA51-05AD-4482-B01B-B2112F2AFAE4}" dt="2024-09-12T14:26:38.282" v="312" actId="13926"/>
        <pc:sldMkLst>
          <pc:docMk/>
          <pc:sldMk cId="3506158696" sldId="2142534174"/>
        </pc:sldMkLst>
        <pc:spChg chg="mod">
          <ac:chgData name="German Gazol Martin" userId="1556b380-f0f7-40bc-b083-f01ffba7f625" providerId="ADAL" clId="{788DFA51-05AD-4482-B01B-B2112F2AFAE4}" dt="2024-09-12T14:06:20.419" v="267" actId="20577"/>
          <ac:spMkLst>
            <pc:docMk/>
            <pc:sldMk cId="3506158696" sldId="2142534174"/>
            <ac:spMk id="19" creationId="{DD7EA926-ED29-F67D-4FB5-09D3EBFEBEDB}"/>
          </ac:spMkLst>
        </pc:spChg>
        <pc:spChg chg="mod">
          <ac:chgData name="German Gazol Martin" userId="1556b380-f0f7-40bc-b083-f01ffba7f625" providerId="ADAL" clId="{788DFA51-05AD-4482-B01B-B2112F2AFAE4}" dt="2024-09-12T14:26:38.282" v="312" actId="13926"/>
          <ac:spMkLst>
            <pc:docMk/>
            <pc:sldMk cId="3506158696" sldId="2142534174"/>
            <ac:spMk id="24" creationId="{8A16288F-063C-619B-D6F6-9539AB7683CD}"/>
          </ac:spMkLst>
        </pc:spChg>
      </pc:sldChg>
      <pc:sldChg chg="modSp add mod">
        <pc:chgData name="German Gazol Martin" userId="1556b380-f0f7-40bc-b083-f01ffba7f625" providerId="ADAL" clId="{788DFA51-05AD-4482-B01B-B2112F2AFAE4}" dt="2024-09-12T14:26:42.152" v="313" actId="13926"/>
        <pc:sldMkLst>
          <pc:docMk/>
          <pc:sldMk cId="1552723530" sldId="2142534175"/>
        </pc:sldMkLst>
        <pc:spChg chg="mod">
          <ac:chgData name="German Gazol Martin" userId="1556b380-f0f7-40bc-b083-f01ffba7f625" providerId="ADAL" clId="{788DFA51-05AD-4482-B01B-B2112F2AFAE4}" dt="2024-09-12T14:05:59.457" v="265" actId="20577"/>
          <ac:spMkLst>
            <pc:docMk/>
            <pc:sldMk cId="1552723530" sldId="2142534175"/>
            <ac:spMk id="19" creationId="{DD7EA926-ED29-F67D-4FB5-09D3EBFEBEDB}"/>
          </ac:spMkLst>
        </pc:spChg>
        <pc:spChg chg="mod">
          <ac:chgData name="German Gazol Martin" userId="1556b380-f0f7-40bc-b083-f01ffba7f625" providerId="ADAL" clId="{788DFA51-05AD-4482-B01B-B2112F2AFAE4}" dt="2024-09-12T14:26:42.152" v="313" actId="13926"/>
          <ac:spMkLst>
            <pc:docMk/>
            <pc:sldMk cId="1552723530" sldId="2142534175"/>
            <ac:spMk id="24" creationId="{8A16288F-063C-619B-D6F6-9539AB7683CD}"/>
          </ac:spMkLst>
        </pc:spChg>
      </pc:sldChg>
      <pc:sldChg chg="add del">
        <pc:chgData name="German Gazol Martin" userId="1556b380-f0f7-40bc-b083-f01ffba7f625" providerId="ADAL" clId="{788DFA51-05AD-4482-B01B-B2112F2AFAE4}" dt="2024-09-12T14:04:46.995" v="243"/>
        <pc:sldMkLst>
          <pc:docMk/>
          <pc:sldMk cId="1328129581" sldId="2142534176"/>
        </pc:sldMkLst>
      </pc:sldChg>
      <pc:sldChg chg="modSp add mod">
        <pc:chgData name="German Gazol Martin" userId="1556b380-f0f7-40bc-b083-f01ffba7f625" providerId="ADAL" clId="{788DFA51-05AD-4482-B01B-B2112F2AFAE4}" dt="2024-09-13T12:18:47.651" v="4809" actId="14100"/>
        <pc:sldMkLst>
          <pc:docMk/>
          <pc:sldMk cId="2217127215" sldId="2142534176"/>
        </pc:sldMkLst>
        <pc:spChg chg="mod">
          <ac:chgData name="German Gazol Martin" userId="1556b380-f0f7-40bc-b083-f01ffba7f625" providerId="ADAL" clId="{788DFA51-05AD-4482-B01B-B2112F2AFAE4}" dt="2024-09-13T12:18:47.651" v="4809" actId="14100"/>
          <ac:spMkLst>
            <pc:docMk/>
            <pc:sldMk cId="2217127215" sldId="2142534176"/>
            <ac:spMk id="19" creationId="{DD7EA926-ED29-F67D-4FB5-09D3EBFEBEDB}"/>
          </ac:spMkLst>
        </pc:spChg>
        <pc:spChg chg="mod">
          <ac:chgData name="German Gazol Martin" userId="1556b380-f0f7-40bc-b083-f01ffba7f625" providerId="ADAL" clId="{788DFA51-05AD-4482-B01B-B2112F2AFAE4}" dt="2024-09-12T14:26:45.154" v="314" actId="13926"/>
          <ac:spMkLst>
            <pc:docMk/>
            <pc:sldMk cId="2217127215" sldId="2142534176"/>
            <ac:spMk id="24" creationId="{8A16288F-063C-619B-D6F6-9539AB7683CD}"/>
          </ac:spMkLst>
        </pc:spChg>
      </pc:sldChg>
      <pc:sldChg chg="modSp add del mod">
        <pc:chgData name="German Gazol Martin" userId="1556b380-f0f7-40bc-b083-f01ffba7f625" providerId="ADAL" clId="{788DFA51-05AD-4482-B01B-B2112F2AFAE4}" dt="2024-09-13T10:50:56.845" v="3359" actId="15"/>
        <pc:sldMkLst>
          <pc:docMk/>
          <pc:sldMk cId="1762381098" sldId="2142534177"/>
        </pc:sldMkLst>
        <pc:spChg chg="mod">
          <ac:chgData name="German Gazol Martin" userId="1556b380-f0f7-40bc-b083-f01ffba7f625" providerId="ADAL" clId="{788DFA51-05AD-4482-B01B-B2112F2AFAE4}" dt="2024-09-13T10:50:56.845" v="3359" actId="15"/>
          <ac:spMkLst>
            <pc:docMk/>
            <pc:sldMk cId="1762381098" sldId="2142534177"/>
            <ac:spMk id="19" creationId="{DD7EA926-ED29-F67D-4FB5-09D3EBFEBEDB}"/>
          </ac:spMkLst>
        </pc:spChg>
      </pc:sldChg>
      <pc:sldChg chg="addSp delSp modSp add mod">
        <pc:chgData name="German Gazol Martin" userId="1556b380-f0f7-40bc-b083-f01ffba7f625" providerId="ADAL" clId="{788DFA51-05AD-4482-B01B-B2112F2AFAE4}" dt="2024-09-19T13:52:20.758" v="5744" actId="113"/>
        <pc:sldMkLst>
          <pc:docMk/>
          <pc:sldMk cId="197833152" sldId="2142534179"/>
        </pc:sldMkLst>
        <pc:spChg chg="mod">
          <ac:chgData name="German Gazol Martin" userId="1556b380-f0f7-40bc-b083-f01ffba7f625" providerId="ADAL" clId="{788DFA51-05AD-4482-B01B-B2112F2AFAE4}" dt="2024-09-19T13:52:20.758" v="5744" actId="113"/>
          <ac:spMkLst>
            <pc:docMk/>
            <pc:sldMk cId="197833152" sldId="2142534179"/>
            <ac:spMk id="2" creationId="{92D5001B-D8A8-82D0-9C9B-EDE3BD73EF64}"/>
          </ac:spMkLst>
        </pc:spChg>
        <pc:spChg chg="add mod">
          <ac:chgData name="German Gazol Martin" userId="1556b380-f0f7-40bc-b083-f01ffba7f625" providerId="ADAL" clId="{788DFA51-05AD-4482-B01B-B2112F2AFAE4}" dt="2024-09-13T10:52:44.489" v="3365"/>
          <ac:spMkLst>
            <pc:docMk/>
            <pc:sldMk cId="197833152" sldId="2142534179"/>
            <ac:spMk id="4" creationId="{FBB9690F-8C5E-9A91-40FD-2302521FE44A}"/>
          </ac:spMkLst>
        </pc:spChg>
        <pc:spChg chg="add del mod">
          <ac:chgData name="German Gazol Martin" userId="1556b380-f0f7-40bc-b083-f01ffba7f625" providerId="ADAL" clId="{788DFA51-05AD-4482-B01B-B2112F2AFAE4}" dt="2024-09-13T10:53:00.139" v="3368" actId="478"/>
          <ac:spMkLst>
            <pc:docMk/>
            <pc:sldMk cId="197833152" sldId="2142534179"/>
            <ac:spMk id="19" creationId="{DD7EA926-ED29-F67D-4FB5-09D3EBFEBEDB}"/>
          </ac:spMkLst>
        </pc:spChg>
      </pc:sldChg>
      <pc:sldChg chg="delSp modSp add mod ord">
        <pc:chgData name="German Gazol Martin" userId="1556b380-f0f7-40bc-b083-f01ffba7f625" providerId="ADAL" clId="{788DFA51-05AD-4482-B01B-B2112F2AFAE4}" dt="2024-09-19T13:49:23.286" v="5731"/>
        <pc:sldMkLst>
          <pc:docMk/>
          <pc:sldMk cId="4161583232" sldId="2142534180"/>
        </pc:sldMkLst>
        <pc:spChg chg="del">
          <ac:chgData name="German Gazol Martin" userId="1556b380-f0f7-40bc-b083-f01ffba7f625" providerId="ADAL" clId="{788DFA51-05AD-4482-B01B-B2112F2AFAE4}" dt="2024-09-13T10:53:03.614" v="3369" actId="478"/>
          <ac:spMkLst>
            <pc:docMk/>
            <pc:sldMk cId="4161583232" sldId="2142534180"/>
            <ac:spMk id="2" creationId="{92D5001B-D8A8-82D0-9C9B-EDE3BD73EF64}"/>
          </ac:spMkLst>
        </pc:spChg>
        <pc:spChg chg="mod">
          <ac:chgData name="German Gazol Martin" userId="1556b380-f0f7-40bc-b083-f01ffba7f625" providerId="ADAL" clId="{788DFA51-05AD-4482-B01B-B2112F2AFAE4}" dt="2024-09-13T11:02:21.811" v="4522" actId="20577"/>
          <ac:spMkLst>
            <pc:docMk/>
            <pc:sldMk cId="4161583232" sldId="2142534180"/>
            <ac:spMk id="19" creationId="{DD7EA926-ED29-F67D-4FB5-09D3EBFEBEDB}"/>
          </ac:spMkLst>
        </pc:spChg>
      </pc:sldChg>
      <pc:sldChg chg="modSp add mod">
        <pc:chgData name="German Gazol Martin" userId="1556b380-f0f7-40bc-b083-f01ffba7f625" providerId="ADAL" clId="{788DFA51-05AD-4482-B01B-B2112F2AFAE4}" dt="2024-09-13T11:12:46.469" v="4750" actId="20577"/>
        <pc:sldMkLst>
          <pc:docMk/>
          <pc:sldMk cId="151754865" sldId="2142534181"/>
        </pc:sldMkLst>
        <pc:spChg chg="mod">
          <ac:chgData name="German Gazol Martin" userId="1556b380-f0f7-40bc-b083-f01ffba7f625" providerId="ADAL" clId="{788DFA51-05AD-4482-B01B-B2112F2AFAE4}" dt="2024-09-13T11:12:46.469" v="4750" actId="20577"/>
          <ac:spMkLst>
            <pc:docMk/>
            <pc:sldMk cId="151754865" sldId="2142534181"/>
            <ac:spMk id="19" creationId="{DD7EA926-ED29-F67D-4FB5-09D3EBFEBEDB}"/>
          </ac:spMkLst>
        </pc:spChg>
      </pc:sldChg>
      <pc:sldChg chg="modSp add mod">
        <pc:chgData name="German Gazol Martin" userId="1556b380-f0f7-40bc-b083-f01ffba7f625" providerId="ADAL" clId="{788DFA51-05AD-4482-B01B-B2112F2AFAE4}" dt="2024-09-19T11:38:57.156" v="4945" actId="14100"/>
        <pc:sldMkLst>
          <pc:docMk/>
          <pc:sldMk cId="1335381421" sldId="2142534182"/>
        </pc:sldMkLst>
        <pc:spChg chg="mod">
          <ac:chgData name="German Gazol Martin" userId="1556b380-f0f7-40bc-b083-f01ffba7f625" providerId="ADAL" clId="{788DFA51-05AD-4482-B01B-B2112F2AFAE4}" dt="2024-09-19T11:38:57.156" v="4945" actId="14100"/>
          <ac:spMkLst>
            <pc:docMk/>
            <pc:sldMk cId="1335381421" sldId="2142534182"/>
            <ac:spMk id="4" creationId="{AA921BD0-50FB-36F7-0BB5-FDFBCAE8E067}"/>
          </ac:spMkLst>
        </pc:spChg>
        <pc:spChg chg="mod">
          <ac:chgData name="German Gazol Martin" userId="1556b380-f0f7-40bc-b083-f01ffba7f625" providerId="ADAL" clId="{788DFA51-05AD-4482-B01B-B2112F2AFAE4}" dt="2024-09-19T10:33:20.753" v="4868" actId="1036"/>
          <ac:spMkLst>
            <pc:docMk/>
            <pc:sldMk cId="1335381421" sldId="2142534182"/>
            <ac:spMk id="19" creationId="{DD7EA926-ED29-F67D-4FB5-09D3EBFEBEDB}"/>
          </ac:spMkLst>
        </pc:spChg>
      </pc:sldChg>
      <pc:sldChg chg="modSp add del mod">
        <pc:chgData name="German Gazol Martin" userId="1556b380-f0f7-40bc-b083-f01ffba7f625" providerId="ADAL" clId="{788DFA51-05AD-4482-B01B-B2112F2AFAE4}" dt="2024-09-19T13:21:19.323" v="5704" actId="2696"/>
        <pc:sldMkLst>
          <pc:docMk/>
          <pc:sldMk cId="2982531359" sldId="2142534183"/>
        </pc:sldMkLst>
        <pc:spChg chg="mod">
          <ac:chgData name="German Gazol Martin" userId="1556b380-f0f7-40bc-b083-f01ffba7f625" providerId="ADAL" clId="{788DFA51-05AD-4482-B01B-B2112F2AFAE4}" dt="2024-09-19T13:13:27.246" v="5097" actId="20577"/>
          <ac:spMkLst>
            <pc:docMk/>
            <pc:sldMk cId="2982531359" sldId="2142534183"/>
            <ac:spMk id="19" creationId="{DD7EA926-ED29-F67D-4FB5-09D3EBFEBEDB}"/>
          </ac:spMkLst>
        </pc:spChg>
      </pc:sldChg>
      <pc:sldChg chg="add">
        <pc:chgData name="German Gazol Martin" userId="1556b380-f0f7-40bc-b083-f01ffba7f625" providerId="ADAL" clId="{788DFA51-05AD-4482-B01B-B2112F2AFAE4}" dt="2024-09-19T13:21:33.800" v="5705"/>
        <pc:sldMkLst>
          <pc:docMk/>
          <pc:sldMk cId="3777278580" sldId="2142534183"/>
        </pc:sldMkLst>
      </pc:sldChg>
      <pc:sldChg chg="add">
        <pc:chgData name="German Gazol Martin" userId="1556b380-f0f7-40bc-b083-f01ffba7f625" providerId="ADAL" clId="{788DFA51-05AD-4482-B01B-B2112F2AFAE4}" dt="2024-09-19T13:21:33.800" v="5705"/>
        <pc:sldMkLst>
          <pc:docMk/>
          <pc:sldMk cId="1600175092" sldId="2142534184"/>
        </pc:sldMkLst>
      </pc:sldChg>
      <pc:sldChg chg="modSp add del mod">
        <pc:chgData name="German Gazol Martin" userId="1556b380-f0f7-40bc-b083-f01ffba7f625" providerId="ADAL" clId="{788DFA51-05AD-4482-B01B-B2112F2AFAE4}" dt="2024-09-19T13:21:19.323" v="5704" actId="2696"/>
        <pc:sldMkLst>
          <pc:docMk/>
          <pc:sldMk cId="1796134009" sldId="2142534184"/>
        </pc:sldMkLst>
        <pc:spChg chg="mod">
          <ac:chgData name="German Gazol Martin" userId="1556b380-f0f7-40bc-b083-f01ffba7f625" providerId="ADAL" clId="{788DFA51-05AD-4482-B01B-B2112F2AFAE4}" dt="2024-09-19T13:16:00.461" v="5238" actId="113"/>
          <ac:spMkLst>
            <pc:docMk/>
            <pc:sldMk cId="1796134009" sldId="2142534184"/>
            <ac:spMk id="19" creationId="{DD7EA926-ED29-F67D-4FB5-09D3EBFEBEDB}"/>
          </ac:spMkLst>
        </pc:spChg>
      </pc:sldChg>
      <pc:sldChg chg="modSp add del mod">
        <pc:chgData name="German Gazol Martin" userId="1556b380-f0f7-40bc-b083-f01ffba7f625" providerId="ADAL" clId="{788DFA51-05AD-4482-B01B-B2112F2AFAE4}" dt="2024-09-19T13:21:19.323" v="5704" actId="2696"/>
        <pc:sldMkLst>
          <pc:docMk/>
          <pc:sldMk cId="744427368" sldId="2142534185"/>
        </pc:sldMkLst>
        <pc:spChg chg="mod">
          <ac:chgData name="German Gazol Martin" userId="1556b380-f0f7-40bc-b083-f01ffba7f625" providerId="ADAL" clId="{788DFA51-05AD-4482-B01B-B2112F2AFAE4}" dt="2024-09-19T13:20:32.799" v="5703" actId="20577"/>
          <ac:spMkLst>
            <pc:docMk/>
            <pc:sldMk cId="744427368" sldId="2142534185"/>
            <ac:spMk id="19" creationId="{DD7EA926-ED29-F67D-4FB5-09D3EBFEBEDB}"/>
          </ac:spMkLst>
        </pc:spChg>
      </pc:sldChg>
      <pc:sldChg chg="add">
        <pc:chgData name="German Gazol Martin" userId="1556b380-f0f7-40bc-b083-f01ffba7f625" providerId="ADAL" clId="{788DFA51-05AD-4482-B01B-B2112F2AFAE4}" dt="2024-09-19T13:21:33.800" v="5705"/>
        <pc:sldMkLst>
          <pc:docMk/>
          <pc:sldMk cId="1232549651" sldId="2142534185"/>
        </pc:sldMkLst>
      </pc:sldChg>
      <pc:sldChg chg="modSp add mod">
        <pc:chgData name="German Gazol Martin" userId="1556b380-f0f7-40bc-b083-f01ffba7f625" providerId="ADAL" clId="{788DFA51-05AD-4482-B01B-B2112F2AFAE4}" dt="2024-09-19T13:23:53.456" v="5729" actId="20577"/>
        <pc:sldMkLst>
          <pc:docMk/>
          <pc:sldMk cId="1895200786" sldId="2142534186"/>
        </pc:sldMkLst>
        <pc:spChg chg="mod">
          <ac:chgData name="German Gazol Martin" userId="1556b380-f0f7-40bc-b083-f01ffba7f625" providerId="ADAL" clId="{788DFA51-05AD-4482-B01B-B2112F2AFAE4}" dt="2024-09-19T13:23:53.456" v="5729" actId="20577"/>
          <ac:spMkLst>
            <pc:docMk/>
            <pc:sldMk cId="1895200786" sldId="2142534186"/>
            <ac:spMk id="19" creationId="{DD7EA926-ED29-F67D-4FB5-09D3EBFEBEDB}"/>
          </ac:spMkLst>
        </pc:spChg>
      </pc:sldChg>
      <pc:sldChg chg="modSp add del mod">
        <pc:chgData name="German Gazol Martin" userId="1556b380-f0f7-40bc-b083-f01ffba7f625" providerId="ADAL" clId="{788DFA51-05AD-4482-B01B-B2112F2AFAE4}" dt="2024-09-19T13:21:19.323" v="5704" actId="2696"/>
        <pc:sldMkLst>
          <pc:docMk/>
          <pc:sldMk cId="2048415135" sldId="2142534186"/>
        </pc:sldMkLst>
        <pc:spChg chg="mod">
          <ac:chgData name="German Gazol Martin" userId="1556b380-f0f7-40bc-b083-f01ffba7f625" providerId="ADAL" clId="{788DFA51-05AD-4482-B01B-B2112F2AFAE4}" dt="2024-09-19T13:18:23.465" v="5523" actId="20577"/>
          <ac:spMkLst>
            <pc:docMk/>
            <pc:sldMk cId="2048415135" sldId="2142534186"/>
            <ac:spMk id="19" creationId="{DD7EA926-ED29-F67D-4FB5-09D3EBFEBEDB}"/>
          </ac:spMkLst>
        </pc:spChg>
      </pc:sldChg>
    </pc:docChg>
  </pc:docChgLst>
  <pc:docChgLst>
    <pc:chgData name="Inmaculada Lopez Herreros" userId="9a91a6d2-340a-49bf-9578-e6110d0c9f9a" providerId="ADAL" clId="{E236838D-878F-4DC7-9646-FAC436F1BC9D}"/>
    <pc:docChg chg="custSel addSld modSld">
      <pc:chgData name="Inmaculada Lopez Herreros" userId="9a91a6d2-340a-49bf-9578-e6110d0c9f9a" providerId="ADAL" clId="{E236838D-878F-4DC7-9646-FAC436F1BC9D}" dt="2024-09-13T09:08:12.940" v="3637" actId="20577"/>
      <pc:docMkLst>
        <pc:docMk/>
      </pc:docMkLst>
      <pc:sldChg chg="modSp mod">
        <pc:chgData name="Inmaculada Lopez Herreros" userId="9a91a6d2-340a-49bf-9578-e6110d0c9f9a" providerId="ADAL" clId="{E236838D-878F-4DC7-9646-FAC436F1BC9D}" dt="2024-09-13T07:31:02.780" v="630" actId="5793"/>
        <pc:sldMkLst>
          <pc:docMk/>
          <pc:sldMk cId="2068714505" sldId="2142534169"/>
        </pc:sldMkLst>
        <pc:spChg chg="mod">
          <ac:chgData name="Inmaculada Lopez Herreros" userId="9a91a6d2-340a-49bf-9578-e6110d0c9f9a" providerId="ADAL" clId="{E236838D-878F-4DC7-9646-FAC436F1BC9D}" dt="2024-09-13T07:31:02.780" v="630" actId="5793"/>
          <ac:spMkLst>
            <pc:docMk/>
            <pc:sldMk cId="2068714505" sldId="2142534169"/>
            <ac:spMk id="19" creationId="{DD7EA926-ED29-F67D-4FB5-09D3EBFEBEDB}"/>
          </ac:spMkLst>
        </pc:spChg>
        <pc:spChg chg="mod">
          <ac:chgData name="Inmaculada Lopez Herreros" userId="9a91a6d2-340a-49bf-9578-e6110d0c9f9a" providerId="ADAL" clId="{E236838D-878F-4DC7-9646-FAC436F1BC9D}" dt="2024-09-13T07:30:21.429" v="628" actId="20577"/>
          <ac:spMkLst>
            <pc:docMk/>
            <pc:sldMk cId="2068714505" sldId="2142534169"/>
            <ac:spMk id="24" creationId="{8A16288F-063C-619B-D6F6-9539AB7683CD}"/>
          </ac:spMkLst>
        </pc:spChg>
      </pc:sldChg>
      <pc:sldChg chg="modSp mod">
        <pc:chgData name="Inmaculada Lopez Herreros" userId="9a91a6d2-340a-49bf-9578-e6110d0c9f9a" providerId="ADAL" clId="{E236838D-878F-4DC7-9646-FAC436F1BC9D}" dt="2024-09-13T07:40:20.158" v="890" actId="113"/>
        <pc:sldMkLst>
          <pc:docMk/>
          <pc:sldMk cId="1459769904" sldId="2142534170"/>
        </pc:sldMkLst>
        <pc:spChg chg="mod">
          <ac:chgData name="Inmaculada Lopez Herreros" userId="9a91a6d2-340a-49bf-9578-e6110d0c9f9a" providerId="ADAL" clId="{E236838D-878F-4DC7-9646-FAC436F1BC9D}" dt="2024-09-13T07:40:20.158" v="890" actId="113"/>
          <ac:spMkLst>
            <pc:docMk/>
            <pc:sldMk cId="1459769904" sldId="2142534170"/>
            <ac:spMk id="19" creationId="{DD7EA926-ED29-F67D-4FB5-09D3EBFEBEDB}"/>
          </ac:spMkLst>
        </pc:spChg>
        <pc:spChg chg="mod">
          <ac:chgData name="Inmaculada Lopez Herreros" userId="9a91a6d2-340a-49bf-9578-e6110d0c9f9a" providerId="ADAL" clId="{E236838D-878F-4DC7-9646-FAC436F1BC9D}" dt="2024-09-13T07:31:17.156" v="631" actId="6549"/>
          <ac:spMkLst>
            <pc:docMk/>
            <pc:sldMk cId="1459769904" sldId="2142534170"/>
            <ac:spMk id="24" creationId="{8A16288F-063C-619B-D6F6-9539AB7683CD}"/>
          </ac:spMkLst>
        </pc:spChg>
      </pc:sldChg>
      <pc:sldChg chg="modSp mod">
        <pc:chgData name="Inmaculada Lopez Herreros" userId="9a91a6d2-340a-49bf-9578-e6110d0c9f9a" providerId="ADAL" clId="{E236838D-878F-4DC7-9646-FAC436F1BC9D}" dt="2024-09-13T07:48:25.329" v="1195"/>
        <pc:sldMkLst>
          <pc:docMk/>
          <pc:sldMk cId="1212892941" sldId="2142534171"/>
        </pc:sldMkLst>
        <pc:spChg chg="mod">
          <ac:chgData name="Inmaculada Lopez Herreros" userId="9a91a6d2-340a-49bf-9578-e6110d0c9f9a" providerId="ADAL" clId="{E236838D-878F-4DC7-9646-FAC436F1BC9D}" dt="2024-09-13T07:48:25.329" v="1195"/>
          <ac:spMkLst>
            <pc:docMk/>
            <pc:sldMk cId="1212892941" sldId="2142534171"/>
            <ac:spMk id="19" creationId="{DD7EA926-ED29-F67D-4FB5-09D3EBFEBEDB}"/>
          </ac:spMkLst>
        </pc:spChg>
        <pc:spChg chg="mod">
          <ac:chgData name="Inmaculada Lopez Herreros" userId="9a91a6d2-340a-49bf-9578-e6110d0c9f9a" providerId="ADAL" clId="{E236838D-878F-4DC7-9646-FAC436F1BC9D}" dt="2024-09-13T07:40:36.571" v="895" actId="6549"/>
          <ac:spMkLst>
            <pc:docMk/>
            <pc:sldMk cId="1212892941" sldId="2142534171"/>
            <ac:spMk id="24" creationId="{8A16288F-063C-619B-D6F6-9539AB7683CD}"/>
          </ac:spMkLst>
        </pc:spChg>
      </pc:sldChg>
      <pc:sldChg chg="modSp mod">
        <pc:chgData name="Inmaculada Lopez Herreros" userId="9a91a6d2-340a-49bf-9578-e6110d0c9f9a" providerId="ADAL" clId="{E236838D-878F-4DC7-9646-FAC436F1BC9D}" dt="2024-09-13T07:57:01.035" v="1586" actId="20577"/>
        <pc:sldMkLst>
          <pc:docMk/>
          <pc:sldMk cId="1509054487" sldId="2142534172"/>
        </pc:sldMkLst>
        <pc:spChg chg="mod">
          <ac:chgData name="Inmaculada Lopez Herreros" userId="9a91a6d2-340a-49bf-9578-e6110d0c9f9a" providerId="ADAL" clId="{E236838D-878F-4DC7-9646-FAC436F1BC9D}" dt="2024-09-13T07:57:01.035" v="1586" actId="20577"/>
          <ac:spMkLst>
            <pc:docMk/>
            <pc:sldMk cId="1509054487" sldId="2142534172"/>
            <ac:spMk id="19" creationId="{DD7EA926-ED29-F67D-4FB5-09D3EBFEBEDB}"/>
          </ac:spMkLst>
        </pc:spChg>
        <pc:spChg chg="mod">
          <ac:chgData name="Inmaculada Lopez Herreros" userId="9a91a6d2-340a-49bf-9578-e6110d0c9f9a" providerId="ADAL" clId="{E236838D-878F-4DC7-9646-FAC436F1BC9D}" dt="2024-09-13T07:48:41.904" v="1196" actId="6549"/>
          <ac:spMkLst>
            <pc:docMk/>
            <pc:sldMk cId="1509054487" sldId="2142534172"/>
            <ac:spMk id="24" creationId="{8A16288F-063C-619B-D6F6-9539AB7683CD}"/>
          </ac:spMkLst>
        </pc:spChg>
      </pc:sldChg>
      <pc:sldChg chg="modSp mod">
        <pc:chgData name="Inmaculada Lopez Herreros" userId="9a91a6d2-340a-49bf-9578-e6110d0c9f9a" providerId="ADAL" clId="{E236838D-878F-4DC7-9646-FAC436F1BC9D}" dt="2024-09-13T08:25:22.433" v="2151" actId="6549"/>
        <pc:sldMkLst>
          <pc:docMk/>
          <pc:sldMk cId="137120784" sldId="2142534173"/>
        </pc:sldMkLst>
        <pc:spChg chg="mod">
          <ac:chgData name="Inmaculada Lopez Herreros" userId="9a91a6d2-340a-49bf-9578-e6110d0c9f9a" providerId="ADAL" clId="{E236838D-878F-4DC7-9646-FAC436F1BC9D}" dt="2024-09-13T08:25:22.433" v="2151" actId="6549"/>
          <ac:spMkLst>
            <pc:docMk/>
            <pc:sldMk cId="137120784" sldId="2142534173"/>
            <ac:spMk id="19" creationId="{DD7EA926-ED29-F67D-4FB5-09D3EBFEBEDB}"/>
          </ac:spMkLst>
        </pc:spChg>
        <pc:spChg chg="mod">
          <ac:chgData name="Inmaculada Lopez Herreros" userId="9a91a6d2-340a-49bf-9578-e6110d0c9f9a" providerId="ADAL" clId="{E236838D-878F-4DC7-9646-FAC436F1BC9D}" dt="2024-09-13T08:23:40.119" v="2108" actId="6549"/>
          <ac:spMkLst>
            <pc:docMk/>
            <pc:sldMk cId="137120784" sldId="2142534173"/>
            <ac:spMk id="24" creationId="{8A16288F-063C-619B-D6F6-9539AB7683CD}"/>
          </ac:spMkLst>
        </pc:spChg>
      </pc:sldChg>
      <pc:sldChg chg="modSp mod">
        <pc:chgData name="Inmaculada Lopez Herreros" userId="9a91a6d2-340a-49bf-9578-e6110d0c9f9a" providerId="ADAL" clId="{E236838D-878F-4DC7-9646-FAC436F1BC9D}" dt="2024-09-13T08:33:32.651" v="2462" actId="20577"/>
        <pc:sldMkLst>
          <pc:docMk/>
          <pc:sldMk cId="3506158696" sldId="2142534174"/>
        </pc:sldMkLst>
        <pc:spChg chg="mod">
          <ac:chgData name="Inmaculada Lopez Herreros" userId="9a91a6d2-340a-49bf-9578-e6110d0c9f9a" providerId="ADAL" clId="{E236838D-878F-4DC7-9646-FAC436F1BC9D}" dt="2024-09-13T08:33:32.651" v="2462" actId="20577"/>
          <ac:spMkLst>
            <pc:docMk/>
            <pc:sldMk cId="3506158696" sldId="2142534174"/>
            <ac:spMk id="19" creationId="{DD7EA926-ED29-F67D-4FB5-09D3EBFEBEDB}"/>
          </ac:spMkLst>
        </pc:spChg>
        <pc:spChg chg="mod">
          <ac:chgData name="Inmaculada Lopez Herreros" userId="9a91a6d2-340a-49bf-9578-e6110d0c9f9a" providerId="ADAL" clId="{E236838D-878F-4DC7-9646-FAC436F1BC9D}" dt="2024-09-13T08:30:03.105" v="2269" actId="6549"/>
          <ac:spMkLst>
            <pc:docMk/>
            <pc:sldMk cId="3506158696" sldId="2142534174"/>
            <ac:spMk id="24" creationId="{8A16288F-063C-619B-D6F6-9539AB7683CD}"/>
          </ac:spMkLst>
        </pc:spChg>
      </pc:sldChg>
      <pc:sldChg chg="modSp mod">
        <pc:chgData name="Inmaculada Lopez Herreros" userId="9a91a6d2-340a-49bf-9578-e6110d0c9f9a" providerId="ADAL" clId="{E236838D-878F-4DC7-9646-FAC436F1BC9D}" dt="2024-09-13T08:42:31.436" v="2832" actId="20577"/>
        <pc:sldMkLst>
          <pc:docMk/>
          <pc:sldMk cId="1552723530" sldId="2142534175"/>
        </pc:sldMkLst>
        <pc:spChg chg="mod">
          <ac:chgData name="Inmaculada Lopez Herreros" userId="9a91a6d2-340a-49bf-9578-e6110d0c9f9a" providerId="ADAL" clId="{E236838D-878F-4DC7-9646-FAC436F1BC9D}" dt="2024-09-13T08:42:31.436" v="2832" actId="20577"/>
          <ac:spMkLst>
            <pc:docMk/>
            <pc:sldMk cId="1552723530" sldId="2142534175"/>
            <ac:spMk id="19" creationId="{DD7EA926-ED29-F67D-4FB5-09D3EBFEBEDB}"/>
          </ac:spMkLst>
        </pc:spChg>
        <pc:spChg chg="mod">
          <ac:chgData name="Inmaculada Lopez Herreros" userId="9a91a6d2-340a-49bf-9578-e6110d0c9f9a" providerId="ADAL" clId="{E236838D-878F-4DC7-9646-FAC436F1BC9D}" dt="2024-09-13T08:41:34.194" v="2689" actId="6549"/>
          <ac:spMkLst>
            <pc:docMk/>
            <pc:sldMk cId="1552723530" sldId="2142534175"/>
            <ac:spMk id="24" creationId="{8A16288F-063C-619B-D6F6-9539AB7683CD}"/>
          </ac:spMkLst>
        </pc:spChg>
      </pc:sldChg>
      <pc:sldChg chg="modSp mod">
        <pc:chgData name="Inmaculada Lopez Herreros" userId="9a91a6d2-340a-49bf-9578-e6110d0c9f9a" providerId="ADAL" clId="{E236838D-878F-4DC7-9646-FAC436F1BC9D}" dt="2024-09-13T09:08:12.940" v="3637" actId="20577"/>
        <pc:sldMkLst>
          <pc:docMk/>
          <pc:sldMk cId="2217127215" sldId="2142534176"/>
        </pc:sldMkLst>
        <pc:spChg chg="mod">
          <ac:chgData name="Inmaculada Lopez Herreros" userId="9a91a6d2-340a-49bf-9578-e6110d0c9f9a" providerId="ADAL" clId="{E236838D-878F-4DC7-9646-FAC436F1BC9D}" dt="2024-09-13T09:08:12.940" v="3637" actId="20577"/>
          <ac:spMkLst>
            <pc:docMk/>
            <pc:sldMk cId="2217127215" sldId="2142534176"/>
            <ac:spMk id="19" creationId="{DD7EA926-ED29-F67D-4FB5-09D3EBFEBEDB}"/>
          </ac:spMkLst>
        </pc:spChg>
        <pc:spChg chg="mod">
          <ac:chgData name="Inmaculada Lopez Herreros" userId="9a91a6d2-340a-49bf-9578-e6110d0c9f9a" providerId="ADAL" clId="{E236838D-878F-4DC7-9646-FAC436F1BC9D}" dt="2024-09-13T09:06:28.754" v="3499" actId="6549"/>
          <ac:spMkLst>
            <pc:docMk/>
            <pc:sldMk cId="2217127215" sldId="2142534176"/>
            <ac:spMk id="24" creationId="{8A16288F-063C-619B-D6F6-9539AB7683CD}"/>
          </ac:spMkLst>
        </pc:spChg>
      </pc:sldChg>
      <pc:sldChg chg="modSp add mod">
        <pc:chgData name="Inmaculada Lopez Herreros" userId="9a91a6d2-340a-49bf-9578-e6110d0c9f9a" providerId="ADAL" clId="{E236838D-878F-4DC7-9646-FAC436F1BC9D}" dt="2024-09-13T09:06:18.381" v="3498" actId="113"/>
        <pc:sldMkLst>
          <pc:docMk/>
          <pc:sldMk cId="2690845626" sldId="2142534178"/>
        </pc:sldMkLst>
        <pc:spChg chg="mod">
          <ac:chgData name="Inmaculada Lopez Herreros" userId="9a91a6d2-340a-49bf-9578-e6110d0c9f9a" providerId="ADAL" clId="{E236838D-878F-4DC7-9646-FAC436F1BC9D}" dt="2024-09-13T09:06:18.381" v="3498" actId="113"/>
          <ac:spMkLst>
            <pc:docMk/>
            <pc:sldMk cId="2690845626" sldId="2142534178"/>
            <ac:spMk id="19" creationId="{DD7EA926-ED29-F67D-4FB5-09D3EBFEBEDB}"/>
          </ac:spMkLst>
        </pc:spChg>
        <pc:spChg chg="mod">
          <ac:chgData name="Inmaculada Lopez Herreros" userId="9a91a6d2-340a-49bf-9578-e6110d0c9f9a" providerId="ADAL" clId="{E236838D-878F-4DC7-9646-FAC436F1BC9D}" dt="2024-09-13T08:43:54.353" v="2991" actId="6549"/>
          <ac:spMkLst>
            <pc:docMk/>
            <pc:sldMk cId="2690845626" sldId="2142534178"/>
            <ac:spMk id="24" creationId="{8A16288F-063C-619B-D6F6-9539AB7683CD}"/>
          </ac:spMkLst>
        </pc:spChg>
      </pc:sldChg>
    </pc:docChg>
  </pc:docChgLst>
  <pc:docChgLst>
    <pc:chgData name="Inmaculada Lopez Herreros" userId="S::ilopezherreros@cegid.com::9a91a6d2-340a-49bf-9578-e6110d0c9f9a" providerId="AD" clId="Web-{DB25A239-B8DD-412E-9703-36D3EF5F8588}"/>
    <pc:docChg chg="modSld">
      <pc:chgData name="Inmaculada Lopez Herreros" userId="S::ilopezherreros@cegid.com::9a91a6d2-340a-49bf-9578-e6110d0c9f9a" providerId="AD" clId="Web-{DB25A239-B8DD-412E-9703-36D3EF5F8588}" dt="2024-09-13T07:07:15.474" v="157" actId="20577"/>
      <pc:docMkLst>
        <pc:docMk/>
      </pc:docMkLst>
      <pc:sldChg chg="modSp">
        <pc:chgData name="Inmaculada Lopez Herreros" userId="S::ilopezherreros@cegid.com::9a91a6d2-340a-49bf-9578-e6110d0c9f9a" providerId="AD" clId="Web-{DB25A239-B8DD-412E-9703-36D3EF5F8588}" dt="2024-09-13T07:07:15.474" v="157" actId="20577"/>
        <pc:sldMkLst>
          <pc:docMk/>
          <pc:sldMk cId="2636063654" sldId="2142534168"/>
        </pc:sldMkLst>
        <pc:spChg chg="mod">
          <ac:chgData name="Inmaculada Lopez Herreros" userId="S::ilopezherreros@cegid.com::9a91a6d2-340a-49bf-9578-e6110d0c9f9a" providerId="AD" clId="Web-{DB25A239-B8DD-412E-9703-36D3EF5F8588}" dt="2024-09-13T07:07:13.880" v="156" actId="20577"/>
          <ac:spMkLst>
            <pc:docMk/>
            <pc:sldMk cId="2636063654" sldId="2142534168"/>
            <ac:spMk id="19" creationId="{DD7EA926-ED29-F67D-4FB5-09D3EBFEBEDB}"/>
          </ac:spMkLst>
        </pc:spChg>
        <pc:spChg chg="mod">
          <ac:chgData name="Inmaculada Lopez Herreros" userId="S::ilopezherreros@cegid.com::9a91a6d2-340a-49bf-9578-e6110d0c9f9a" providerId="AD" clId="Web-{DB25A239-B8DD-412E-9703-36D3EF5F8588}" dt="2024-09-13T07:07:15.474" v="157" actId="20577"/>
          <ac:spMkLst>
            <pc:docMk/>
            <pc:sldMk cId="2636063654" sldId="2142534168"/>
            <ac:spMk id="24" creationId="{8A16288F-063C-619B-D6F6-9539AB7683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Segoe UI" panose="020B0502040204020203" pitchFamily="34" charset="0"/>
              </a:defRPr>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Segoe UI" panose="020B0502040204020203" pitchFamily="34" charset="0"/>
              </a:defRPr>
            </a:lvl1pPr>
          </a:lstStyle>
          <a:p>
            <a:fld id="{EC2D0E06-B161-5C4E-A5A2-83819D457BC2}" type="datetimeFigureOut">
              <a:rPr lang="fr-FR" smtClean="0"/>
              <a:pPr/>
              <a:t>19/09/2024</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Segoe UI" panose="020B0502040204020203" pitchFamily="34" charset="0"/>
              </a:defRPr>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Segoe UI" panose="020B0502040204020203" pitchFamily="34" charset="0"/>
              </a:defRPr>
            </a:lvl1pPr>
          </a:lstStyle>
          <a:p>
            <a:fld id="{B43A8C72-0630-CD44-A8DF-BE4E040D82B1}" type="slidenum">
              <a:rPr lang="fr-FR" smtClean="0"/>
              <a:pPr/>
              <a:t>‹#›</a:t>
            </a:fld>
            <a:endParaRPr lang="fr-FR"/>
          </a:p>
        </p:txBody>
      </p:sp>
    </p:spTree>
    <p:extLst>
      <p:ext uri="{BB962C8B-B14F-4D97-AF65-F5344CB8AC3E}">
        <p14:creationId xmlns:p14="http://schemas.microsoft.com/office/powerpoint/2010/main" val="1132080668"/>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Segoe UI" panose="020B0502040204020203" pitchFamily="34" charset="0"/>
        <a:ea typeface="+mn-ea"/>
        <a:cs typeface="+mn-cs"/>
      </a:defRPr>
    </a:lvl1pPr>
    <a:lvl2pPr marL="457200" algn="l" defTabSz="457200" rtl="0" eaLnBrk="1" latinLnBrk="0" hangingPunct="1">
      <a:defRPr sz="1200" b="0" i="0" kern="1200">
        <a:solidFill>
          <a:schemeClr val="tx1"/>
        </a:solidFill>
        <a:latin typeface="Segoe UI" panose="020B0502040204020203" pitchFamily="34" charset="0"/>
        <a:ea typeface="+mn-ea"/>
        <a:cs typeface="+mn-cs"/>
      </a:defRPr>
    </a:lvl2pPr>
    <a:lvl3pPr marL="914400" algn="l" defTabSz="457200" rtl="0" eaLnBrk="1" latinLnBrk="0" hangingPunct="1">
      <a:defRPr sz="1200" b="0" i="0" kern="1200">
        <a:solidFill>
          <a:schemeClr val="tx1"/>
        </a:solidFill>
        <a:latin typeface="Segoe UI" panose="020B0502040204020203" pitchFamily="34" charset="0"/>
        <a:ea typeface="+mn-ea"/>
        <a:cs typeface="+mn-cs"/>
      </a:defRPr>
    </a:lvl3pPr>
    <a:lvl4pPr marL="1371600" algn="l" defTabSz="457200" rtl="0" eaLnBrk="1" latinLnBrk="0" hangingPunct="1">
      <a:defRPr sz="1200" b="0" i="0" kern="1200">
        <a:solidFill>
          <a:schemeClr val="tx1"/>
        </a:solidFill>
        <a:latin typeface="Segoe UI" panose="020B0502040204020203" pitchFamily="34" charset="0"/>
        <a:ea typeface="+mn-ea"/>
        <a:cs typeface="+mn-cs"/>
      </a:defRPr>
    </a:lvl4pPr>
    <a:lvl5pPr marL="1828800" algn="l" defTabSz="457200" rtl="0" eaLnBrk="1" latinLnBrk="0" hangingPunct="1">
      <a:defRPr sz="1200" b="0" i="0" kern="1200">
        <a:solidFill>
          <a:schemeClr val="tx1"/>
        </a:solidFill>
        <a:latin typeface="Segoe UI" panose="020B0502040204020203"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Ouverture">
    <p:bg>
      <p:bgPr>
        <a:solidFill>
          <a:schemeClr val="tx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232173" y="1635672"/>
            <a:ext cx="6679655" cy="1477328"/>
          </a:xfrm>
          <a:prstGeom prst="rect">
            <a:avLst/>
          </a:prstGeom>
        </p:spPr>
        <p:txBody>
          <a:bodyPr anchor="b"/>
          <a:lstStyle>
            <a:lvl1pPr algn="l">
              <a:lnSpc>
                <a:spcPct val="80000"/>
              </a:lnSpc>
              <a:defRPr sz="4050" b="1" i="0">
                <a:solidFill>
                  <a:schemeClr val="bg1"/>
                </a:solidFill>
                <a:latin typeface="Segoe UI" panose="020B0502040204020203" pitchFamily="34" charset="0"/>
              </a:defRPr>
            </a:lvl1pPr>
          </a:lstStyle>
          <a:p>
            <a:r>
              <a:rPr lang="fr-FR"/>
              <a:t>Modifiez le style du titre</a:t>
            </a:r>
          </a:p>
        </p:txBody>
      </p:sp>
      <p:pic>
        <p:nvPicPr>
          <p:cNvPr id="8" name="Image 7" descr="Cegid_Bulles.png">
            <a:extLst>
              <a:ext uri="{FF2B5EF4-FFF2-40B4-BE49-F238E27FC236}">
                <a16:creationId xmlns:a16="http://schemas.microsoft.com/office/drawing/2014/main" id="{4D3FC2BE-ABA5-A844-A0F1-327106D70AB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727262" y="0"/>
            <a:ext cx="3416738" cy="3271345"/>
          </a:xfrm>
          <a:prstGeom prst="rect">
            <a:avLst/>
          </a:prstGeom>
        </p:spPr>
      </p:pic>
      <p:pic>
        <p:nvPicPr>
          <p:cNvPr id="9" name="Image 8" descr="CEGID_Logo_Blanc.png">
            <a:extLst>
              <a:ext uri="{FF2B5EF4-FFF2-40B4-BE49-F238E27FC236}">
                <a16:creationId xmlns:a16="http://schemas.microsoft.com/office/drawing/2014/main" id="{877BD083-C700-3E4D-8104-ABB1881F1A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39798" y="3808754"/>
            <a:ext cx="2064405" cy="1334744"/>
          </a:xfrm>
          <a:prstGeom prst="rect">
            <a:avLst/>
          </a:prstGeom>
        </p:spPr>
      </p:pic>
    </p:spTree>
    <p:extLst>
      <p:ext uri="{BB962C8B-B14F-4D97-AF65-F5344CB8AC3E}">
        <p14:creationId xmlns:p14="http://schemas.microsoft.com/office/powerpoint/2010/main" val="205518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Bleu électrique">
    <p:bg>
      <p:bgPr>
        <a:solidFill>
          <a:srgbClr val="0046FF"/>
        </a:solidFill>
        <a:effectLst/>
      </p:bgPr>
    </p:bg>
    <p:spTree>
      <p:nvGrpSpPr>
        <p:cNvPr id="1" name=""/>
        <p:cNvGrpSpPr/>
        <p:nvPr/>
      </p:nvGrpSpPr>
      <p:grpSpPr>
        <a:xfrm>
          <a:off x="0" y="0"/>
          <a:ext cx="0" cy="0"/>
          <a:chOff x="0" y="0"/>
          <a:chExt cx="0" cy="0"/>
        </a:xfrm>
      </p:grpSpPr>
      <p:pic>
        <p:nvPicPr>
          <p:cNvPr id="3" name="Image 2" descr="CEGID_Logo_Blanc.png">
            <a:extLst>
              <a:ext uri="{FF2B5EF4-FFF2-40B4-BE49-F238E27FC236}">
                <a16:creationId xmlns:a16="http://schemas.microsoft.com/office/drawing/2014/main" id="{0776B928-E840-A64F-97F3-9A3785EFEF1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22530" y="4503986"/>
            <a:ext cx="1132251" cy="732059"/>
          </a:xfrm>
          <a:prstGeom prst="rect">
            <a:avLst/>
          </a:prstGeom>
        </p:spPr>
      </p:pic>
    </p:spTree>
    <p:extLst>
      <p:ext uri="{BB962C8B-B14F-4D97-AF65-F5344CB8AC3E}">
        <p14:creationId xmlns:p14="http://schemas.microsoft.com/office/powerpoint/2010/main" val="2918726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eu marine">
    <p:bg>
      <p:bgPr>
        <a:solidFill>
          <a:srgbClr val="002C52"/>
        </a:solidFill>
        <a:effectLst/>
      </p:bgPr>
    </p:bg>
    <p:spTree>
      <p:nvGrpSpPr>
        <p:cNvPr id="1" name=""/>
        <p:cNvGrpSpPr/>
        <p:nvPr/>
      </p:nvGrpSpPr>
      <p:grpSpPr>
        <a:xfrm>
          <a:off x="0" y="0"/>
          <a:ext cx="0" cy="0"/>
          <a:chOff x="0" y="0"/>
          <a:chExt cx="0" cy="0"/>
        </a:xfrm>
      </p:grpSpPr>
      <p:pic>
        <p:nvPicPr>
          <p:cNvPr id="3" name="Image 2" descr="CEGID_Logo_Blanc.png">
            <a:extLst>
              <a:ext uri="{FF2B5EF4-FFF2-40B4-BE49-F238E27FC236}">
                <a16:creationId xmlns:a16="http://schemas.microsoft.com/office/drawing/2014/main" id="{952619BA-D577-6140-95FD-5798F4EC2B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48231" y="4520604"/>
            <a:ext cx="1106550" cy="715442"/>
          </a:xfrm>
          <a:prstGeom prst="rect">
            <a:avLst/>
          </a:prstGeom>
        </p:spPr>
      </p:pic>
    </p:spTree>
    <p:extLst>
      <p:ext uri="{BB962C8B-B14F-4D97-AF65-F5344CB8AC3E}">
        <p14:creationId xmlns:p14="http://schemas.microsoft.com/office/powerpoint/2010/main" val="179916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range">
    <p:bg>
      <p:bgPr>
        <a:solidFill>
          <a:srgbClr val="FF5C35"/>
        </a:solidFill>
        <a:effectLst/>
      </p:bgPr>
    </p:bg>
    <p:spTree>
      <p:nvGrpSpPr>
        <p:cNvPr id="1" name=""/>
        <p:cNvGrpSpPr/>
        <p:nvPr/>
      </p:nvGrpSpPr>
      <p:grpSpPr>
        <a:xfrm>
          <a:off x="0" y="0"/>
          <a:ext cx="0" cy="0"/>
          <a:chOff x="0" y="0"/>
          <a:chExt cx="0" cy="0"/>
        </a:xfrm>
      </p:grpSpPr>
      <p:pic>
        <p:nvPicPr>
          <p:cNvPr id="4" name="Image 3" descr="CEGID_Logo_Blanc.png">
            <a:extLst>
              <a:ext uri="{FF2B5EF4-FFF2-40B4-BE49-F238E27FC236}">
                <a16:creationId xmlns:a16="http://schemas.microsoft.com/office/drawing/2014/main" id="{4CC7EE1E-714E-053A-4645-6751D3071F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22530" y="4503986"/>
            <a:ext cx="1132251" cy="732059"/>
          </a:xfrm>
          <a:prstGeom prst="rect">
            <a:avLst/>
          </a:prstGeom>
        </p:spPr>
      </p:pic>
    </p:spTree>
    <p:extLst>
      <p:ext uri="{BB962C8B-B14F-4D97-AF65-F5344CB8AC3E}">
        <p14:creationId xmlns:p14="http://schemas.microsoft.com/office/powerpoint/2010/main" val="2741002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
    <p:bg>
      <p:bgPr>
        <a:solidFill>
          <a:srgbClr val="FFFFFF"/>
        </a:solidFill>
        <a:effectLst/>
      </p:bgPr>
    </p:bg>
    <p:spTree>
      <p:nvGrpSpPr>
        <p:cNvPr id="1" name=""/>
        <p:cNvGrpSpPr/>
        <p:nvPr/>
      </p:nvGrpSpPr>
      <p:grpSpPr>
        <a:xfrm>
          <a:off x="0" y="0"/>
          <a:ext cx="0" cy="0"/>
          <a:chOff x="0" y="0"/>
          <a:chExt cx="0" cy="0"/>
        </a:xfrm>
      </p:grpSpPr>
      <p:pic>
        <p:nvPicPr>
          <p:cNvPr id="3" name="Image 2" descr="CEGID_Logo_Bleu.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81878" y="4571999"/>
            <a:ext cx="1062122" cy="686717"/>
          </a:xfrm>
          <a:prstGeom prst="rect">
            <a:avLst/>
          </a:prstGeom>
        </p:spPr>
      </p:pic>
    </p:spTree>
    <p:extLst>
      <p:ext uri="{BB962C8B-B14F-4D97-AF65-F5344CB8AC3E}">
        <p14:creationId xmlns:p14="http://schemas.microsoft.com/office/powerpoint/2010/main" val="1852316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C02425FD-5569-49B0-BF58-D33FBC6C99B9}"/>
              </a:ext>
            </a:extLst>
          </p:cNvPr>
          <p:cNvSpPr>
            <a:spLocks noGrp="1"/>
          </p:cNvSpPr>
          <p:nvPr>
            <p:ph type="dt" sz="half" idx="10"/>
          </p:nvPr>
        </p:nvSpPr>
        <p:spPr>
          <a:xfrm>
            <a:off x="142355" y="4767263"/>
            <a:ext cx="2057400" cy="273844"/>
          </a:xfrm>
          <a:prstGeom prst="rect">
            <a:avLst/>
          </a:prstGeom>
        </p:spPr>
        <p:txBody>
          <a:bodyPr/>
          <a:lstStyle>
            <a:lvl1pPr>
              <a:defRPr b="1" i="0">
                <a:latin typeface="Segoe UI" panose="020B0502040204020203" pitchFamily="34" charset="0"/>
              </a:defRPr>
            </a:lvl1pPr>
          </a:lstStyle>
          <a:p>
            <a:endParaRPr lang="fr-FR"/>
          </a:p>
        </p:txBody>
      </p:sp>
      <p:sp>
        <p:nvSpPr>
          <p:cNvPr id="7" name="Espace réservé du texte 6">
            <a:extLst>
              <a:ext uri="{FF2B5EF4-FFF2-40B4-BE49-F238E27FC236}">
                <a16:creationId xmlns:a16="http://schemas.microsoft.com/office/drawing/2014/main" id="{3899A97B-2941-41D6-8E64-0BC40832F2CE}"/>
              </a:ext>
            </a:extLst>
          </p:cNvPr>
          <p:cNvSpPr>
            <a:spLocks noGrp="1"/>
          </p:cNvSpPr>
          <p:nvPr>
            <p:ph type="body" sz="quarter" idx="11" hasCustomPrompt="1"/>
          </p:nvPr>
        </p:nvSpPr>
        <p:spPr>
          <a:xfrm>
            <a:off x="293912" y="1118435"/>
            <a:ext cx="1834100" cy="234413"/>
          </a:xfrm>
          <a:prstGeom prst="rect">
            <a:avLst/>
          </a:prstGeom>
        </p:spPr>
        <p:txBody>
          <a:bodyPr/>
          <a:lstStyle>
            <a:lvl1pPr marL="0" indent="0" algn="r">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9" name="Espace réservé du texte 8">
            <a:extLst>
              <a:ext uri="{FF2B5EF4-FFF2-40B4-BE49-F238E27FC236}">
                <a16:creationId xmlns:a16="http://schemas.microsoft.com/office/drawing/2014/main" id="{F55F4C36-4A1A-4175-8407-323410499C0C}"/>
              </a:ext>
            </a:extLst>
          </p:cNvPr>
          <p:cNvSpPr>
            <a:spLocks noGrp="1"/>
          </p:cNvSpPr>
          <p:nvPr>
            <p:ph type="body" sz="quarter" idx="12" hasCustomPrompt="1"/>
          </p:nvPr>
        </p:nvSpPr>
        <p:spPr>
          <a:xfrm>
            <a:off x="293777" y="1360972"/>
            <a:ext cx="1834235" cy="217829"/>
          </a:xfrm>
          <a:prstGeom prst="rect">
            <a:avLst/>
          </a:prstGeom>
        </p:spPr>
        <p:txBody>
          <a:bodyPr/>
          <a:lstStyle>
            <a:lvl1pPr marL="0" indent="0" algn="r">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30" name="Espace réservé du texte 6">
            <a:extLst>
              <a:ext uri="{FF2B5EF4-FFF2-40B4-BE49-F238E27FC236}">
                <a16:creationId xmlns:a16="http://schemas.microsoft.com/office/drawing/2014/main" id="{A8A54719-E37A-4574-B85C-E41CB7799F55}"/>
              </a:ext>
            </a:extLst>
          </p:cNvPr>
          <p:cNvSpPr>
            <a:spLocks noGrp="1"/>
          </p:cNvSpPr>
          <p:nvPr>
            <p:ph type="body" sz="quarter" idx="13" hasCustomPrompt="1"/>
          </p:nvPr>
        </p:nvSpPr>
        <p:spPr>
          <a:xfrm>
            <a:off x="293912" y="1958967"/>
            <a:ext cx="1834100" cy="234413"/>
          </a:xfrm>
          <a:prstGeom prst="rect">
            <a:avLst/>
          </a:prstGeom>
        </p:spPr>
        <p:txBody>
          <a:bodyPr/>
          <a:lstStyle>
            <a:lvl1pPr marL="0" indent="0" algn="r">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31" name="Espace réservé du texte 8">
            <a:extLst>
              <a:ext uri="{FF2B5EF4-FFF2-40B4-BE49-F238E27FC236}">
                <a16:creationId xmlns:a16="http://schemas.microsoft.com/office/drawing/2014/main" id="{FA471521-2C8C-4F2D-8F87-5B4D0448FFF9}"/>
              </a:ext>
            </a:extLst>
          </p:cNvPr>
          <p:cNvSpPr>
            <a:spLocks noGrp="1"/>
          </p:cNvSpPr>
          <p:nvPr>
            <p:ph type="body" sz="quarter" idx="14" hasCustomPrompt="1"/>
          </p:nvPr>
        </p:nvSpPr>
        <p:spPr>
          <a:xfrm>
            <a:off x="293777" y="2201503"/>
            <a:ext cx="1834235" cy="217829"/>
          </a:xfrm>
          <a:prstGeom prst="rect">
            <a:avLst/>
          </a:prstGeom>
        </p:spPr>
        <p:txBody>
          <a:bodyPr/>
          <a:lstStyle>
            <a:lvl1pPr marL="0" indent="0" algn="r">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32" name="Espace réservé du texte 6">
            <a:extLst>
              <a:ext uri="{FF2B5EF4-FFF2-40B4-BE49-F238E27FC236}">
                <a16:creationId xmlns:a16="http://schemas.microsoft.com/office/drawing/2014/main" id="{C074AB40-5687-461C-9052-8C239A5C87A7}"/>
              </a:ext>
            </a:extLst>
          </p:cNvPr>
          <p:cNvSpPr>
            <a:spLocks noGrp="1"/>
          </p:cNvSpPr>
          <p:nvPr>
            <p:ph type="body" sz="quarter" idx="15" hasCustomPrompt="1"/>
          </p:nvPr>
        </p:nvSpPr>
        <p:spPr>
          <a:xfrm>
            <a:off x="293912" y="2690584"/>
            <a:ext cx="1834100" cy="234413"/>
          </a:xfrm>
          <a:prstGeom prst="rect">
            <a:avLst/>
          </a:prstGeom>
        </p:spPr>
        <p:txBody>
          <a:bodyPr/>
          <a:lstStyle>
            <a:lvl1pPr marL="0" indent="0" algn="r">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33" name="Espace réservé du texte 8">
            <a:extLst>
              <a:ext uri="{FF2B5EF4-FFF2-40B4-BE49-F238E27FC236}">
                <a16:creationId xmlns:a16="http://schemas.microsoft.com/office/drawing/2014/main" id="{4D0AE231-0F60-467B-92CA-5DEF54371142}"/>
              </a:ext>
            </a:extLst>
          </p:cNvPr>
          <p:cNvSpPr>
            <a:spLocks noGrp="1"/>
          </p:cNvSpPr>
          <p:nvPr>
            <p:ph type="body" sz="quarter" idx="16" hasCustomPrompt="1"/>
          </p:nvPr>
        </p:nvSpPr>
        <p:spPr>
          <a:xfrm>
            <a:off x="293777" y="2933120"/>
            <a:ext cx="1834235" cy="217829"/>
          </a:xfrm>
          <a:prstGeom prst="rect">
            <a:avLst/>
          </a:prstGeom>
        </p:spPr>
        <p:txBody>
          <a:bodyPr/>
          <a:lstStyle>
            <a:lvl1pPr marL="0" indent="0" algn="r">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34" name="Espace réservé du texte 6">
            <a:extLst>
              <a:ext uri="{FF2B5EF4-FFF2-40B4-BE49-F238E27FC236}">
                <a16:creationId xmlns:a16="http://schemas.microsoft.com/office/drawing/2014/main" id="{2972E62C-7176-489D-A991-7C8166BDA42B}"/>
              </a:ext>
            </a:extLst>
          </p:cNvPr>
          <p:cNvSpPr>
            <a:spLocks noGrp="1"/>
          </p:cNvSpPr>
          <p:nvPr>
            <p:ph type="body" sz="quarter" idx="17" hasCustomPrompt="1"/>
          </p:nvPr>
        </p:nvSpPr>
        <p:spPr>
          <a:xfrm>
            <a:off x="293912" y="3422200"/>
            <a:ext cx="1834100" cy="234413"/>
          </a:xfrm>
          <a:prstGeom prst="rect">
            <a:avLst/>
          </a:prstGeom>
        </p:spPr>
        <p:txBody>
          <a:bodyPr/>
          <a:lstStyle>
            <a:lvl1pPr marL="0" indent="0" algn="r">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35" name="Espace réservé du texte 8">
            <a:extLst>
              <a:ext uri="{FF2B5EF4-FFF2-40B4-BE49-F238E27FC236}">
                <a16:creationId xmlns:a16="http://schemas.microsoft.com/office/drawing/2014/main" id="{E03FFDE2-3505-414D-B606-3B5DB72E1CAA}"/>
              </a:ext>
            </a:extLst>
          </p:cNvPr>
          <p:cNvSpPr>
            <a:spLocks noGrp="1"/>
          </p:cNvSpPr>
          <p:nvPr>
            <p:ph type="body" sz="quarter" idx="18" hasCustomPrompt="1"/>
          </p:nvPr>
        </p:nvSpPr>
        <p:spPr>
          <a:xfrm>
            <a:off x="293777" y="3664737"/>
            <a:ext cx="1834235" cy="217829"/>
          </a:xfrm>
          <a:prstGeom prst="rect">
            <a:avLst/>
          </a:prstGeom>
        </p:spPr>
        <p:txBody>
          <a:bodyPr/>
          <a:lstStyle>
            <a:lvl1pPr marL="0" indent="0" algn="r">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36" name="Espace réservé du texte 6">
            <a:extLst>
              <a:ext uri="{FF2B5EF4-FFF2-40B4-BE49-F238E27FC236}">
                <a16:creationId xmlns:a16="http://schemas.microsoft.com/office/drawing/2014/main" id="{441CCBEF-7650-4AA4-A9F9-6EA0F1BEAF09}"/>
              </a:ext>
            </a:extLst>
          </p:cNvPr>
          <p:cNvSpPr>
            <a:spLocks noGrp="1"/>
          </p:cNvSpPr>
          <p:nvPr>
            <p:ph type="body" sz="quarter" idx="19" hasCustomPrompt="1"/>
          </p:nvPr>
        </p:nvSpPr>
        <p:spPr>
          <a:xfrm>
            <a:off x="7015989" y="1121748"/>
            <a:ext cx="1834100" cy="234413"/>
          </a:xfrm>
          <a:prstGeom prst="rect">
            <a:avLst/>
          </a:prstGeom>
        </p:spPr>
        <p:txBody>
          <a:bodyPr/>
          <a:lstStyle>
            <a:lvl1pPr marL="0" indent="0" algn="l">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37" name="Espace réservé du texte 8">
            <a:extLst>
              <a:ext uri="{FF2B5EF4-FFF2-40B4-BE49-F238E27FC236}">
                <a16:creationId xmlns:a16="http://schemas.microsoft.com/office/drawing/2014/main" id="{6E999F08-DE41-4421-93F9-C68C127BD1D8}"/>
              </a:ext>
            </a:extLst>
          </p:cNvPr>
          <p:cNvSpPr>
            <a:spLocks noGrp="1"/>
          </p:cNvSpPr>
          <p:nvPr>
            <p:ph type="body" sz="quarter" idx="20" hasCustomPrompt="1"/>
          </p:nvPr>
        </p:nvSpPr>
        <p:spPr>
          <a:xfrm>
            <a:off x="7015854" y="1364284"/>
            <a:ext cx="1834235" cy="217829"/>
          </a:xfrm>
          <a:prstGeom prst="rect">
            <a:avLst/>
          </a:prstGeom>
        </p:spPr>
        <p:txBody>
          <a:bodyPr/>
          <a:lstStyle>
            <a:lvl1pPr marL="0" indent="0" algn="l">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38" name="Espace réservé du texte 6">
            <a:extLst>
              <a:ext uri="{FF2B5EF4-FFF2-40B4-BE49-F238E27FC236}">
                <a16:creationId xmlns:a16="http://schemas.microsoft.com/office/drawing/2014/main" id="{C8DBE767-B482-427A-BE56-CBED9E9FF983}"/>
              </a:ext>
            </a:extLst>
          </p:cNvPr>
          <p:cNvSpPr>
            <a:spLocks noGrp="1"/>
          </p:cNvSpPr>
          <p:nvPr>
            <p:ph type="body" sz="quarter" idx="21" hasCustomPrompt="1"/>
          </p:nvPr>
        </p:nvSpPr>
        <p:spPr>
          <a:xfrm>
            <a:off x="7015989" y="1962280"/>
            <a:ext cx="1834100" cy="234413"/>
          </a:xfrm>
          <a:prstGeom prst="rect">
            <a:avLst/>
          </a:prstGeom>
        </p:spPr>
        <p:txBody>
          <a:bodyPr/>
          <a:lstStyle>
            <a:lvl1pPr marL="0" indent="0" algn="l">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39" name="Espace réservé du texte 8">
            <a:extLst>
              <a:ext uri="{FF2B5EF4-FFF2-40B4-BE49-F238E27FC236}">
                <a16:creationId xmlns:a16="http://schemas.microsoft.com/office/drawing/2014/main" id="{CD91B35E-5DF3-4743-88E3-33CE3211897A}"/>
              </a:ext>
            </a:extLst>
          </p:cNvPr>
          <p:cNvSpPr>
            <a:spLocks noGrp="1"/>
          </p:cNvSpPr>
          <p:nvPr>
            <p:ph type="body" sz="quarter" idx="22" hasCustomPrompt="1"/>
          </p:nvPr>
        </p:nvSpPr>
        <p:spPr>
          <a:xfrm>
            <a:off x="7015854" y="2204816"/>
            <a:ext cx="1834235" cy="217829"/>
          </a:xfrm>
          <a:prstGeom prst="rect">
            <a:avLst/>
          </a:prstGeom>
        </p:spPr>
        <p:txBody>
          <a:bodyPr/>
          <a:lstStyle>
            <a:lvl1pPr marL="0" indent="0" algn="l">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40" name="Espace réservé du texte 6">
            <a:extLst>
              <a:ext uri="{FF2B5EF4-FFF2-40B4-BE49-F238E27FC236}">
                <a16:creationId xmlns:a16="http://schemas.microsoft.com/office/drawing/2014/main" id="{1435A9E1-9D2B-457B-9E6F-17E10347971D}"/>
              </a:ext>
            </a:extLst>
          </p:cNvPr>
          <p:cNvSpPr>
            <a:spLocks noGrp="1"/>
          </p:cNvSpPr>
          <p:nvPr>
            <p:ph type="body" sz="quarter" idx="23" hasCustomPrompt="1"/>
          </p:nvPr>
        </p:nvSpPr>
        <p:spPr>
          <a:xfrm>
            <a:off x="7015989" y="2693896"/>
            <a:ext cx="1834100" cy="234413"/>
          </a:xfrm>
          <a:prstGeom prst="rect">
            <a:avLst/>
          </a:prstGeom>
        </p:spPr>
        <p:txBody>
          <a:bodyPr/>
          <a:lstStyle>
            <a:lvl1pPr marL="0" indent="0" algn="l">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41" name="Espace réservé du texte 8">
            <a:extLst>
              <a:ext uri="{FF2B5EF4-FFF2-40B4-BE49-F238E27FC236}">
                <a16:creationId xmlns:a16="http://schemas.microsoft.com/office/drawing/2014/main" id="{D6D76F98-FCC0-4D88-83A8-C26999D025FB}"/>
              </a:ext>
            </a:extLst>
          </p:cNvPr>
          <p:cNvSpPr>
            <a:spLocks noGrp="1"/>
          </p:cNvSpPr>
          <p:nvPr>
            <p:ph type="body" sz="quarter" idx="24" hasCustomPrompt="1"/>
          </p:nvPr>
        </p:nvSpPr>
        <p:spPr>
          <a:xfrm>
            <a:off x="7015854" y="2936433"/>
            <a:ext cx="1834235" cy="217829"/>
          </a:xfrm>
          <a:prstGeom prst="rect">
            <a:avLst/>
          </a:prstGeom>
        </p:spPr>
        <p:txBody>
          <a:bodyPr/>
          <a:lstStyle>
            <a:lvl1pPr marL="0" indent="0" algn="l">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42" name="Espace réservé du texte 6">
            <a:extLst>
              <a:ext uri="{FF2B5EF4-FFF2-40B4-BE49-F238E27FC236}">
                <a16:creationId xmlns:a16="http://schemas.microsoft.com/office/drawing/2014/main" id="{C27832AA-CC4A-4EE8-8B79-092F805DA433}"/>
              </a:ext>
            </a:extLst>
          </p:cNvPr>
          <p:cNvSpPr>
            <a:spLocks noGrp="1"/>
          </p:cNvSpPr>
          <p:nvPr>
            <p:ph type="body" sz="quarter" idx="25" hasCustomPrompt="1"/>
          </p:nvPr>
        </p:nvSpPr>
        <p:spPr>
          <a:xfrm>
            <a:off x="7015989" y="3425513"/>
            <a:ext cx="1834100" cy="234413"/>
          </a:xfrm>
          <a:prstGeom prst="rect">
            <a:avLst/>
          </a:prstGeom>
        </p:spPr>
        <p:txBody>
          <a:bodyPr/>
          <a:lstStyle>
            <a:lvl1pPr marL="0" indent="0" algn="l">
              <a:buNone/>
              <a:defRPr sz="1200" b="1" i="0">
                <a:solidFill>
                  <a:schemeClr val="tx1"/>
                </a:solidFill>
                <a:latin typeface="Segoe UI" panose="020B0502040204020203" pitchFamily="34" charset="0"/>
                <a:cs typeface="Segoe UI" panose="020B0502040204020203" pitchFamily="34" charset="0"/>
              </a:defRPr>
            </a:lvl1pPr>
          </a:lstStyle>
          <a:p>
            <a:pPr lvl="0"/>
            <a:r>
              <a:rPr lang="fr-FR"/>
              <a:t>Nom Prénom</a:t>
            </a:r>
          </a:p>
          <a:p>
            <a:pPr lvl="0"/>
            <a:endParaRPr lang="fr-FR"/>
          </a:p>
        </p:txBody>
      </p:sp>
      <p:sp>
        <p:nvSpPr>
          <p:cNvPr id="43" name="Espace réservé du texte 8">
            <a:extLst>
              <a:ext uri="{FF2B5EF4-FFF2-40B4-BE49-F238E27FC236}">
                <a16:creationId xmlns:a16="http://schemas.microsoft.com/office/drawing/2014/main" id="{854E7893-8410-45BD-8410-5A6C4279308B}"/>
              </a:ext>
            </a:extLst>
          </p:cNvPr>
          <p:cNvSpPr>
            <a:spLocks noGrp="1"/>
          </p:cNvSpPr>
          <p:nvPr>
            <p:ph type="body" sz="quarter" idx="26" hasCustomPrompt="1"/>
          </p:nvPr>
        </p:nvSpPr>
        <p:spPr>
          <a:xfrm>
            <a:off x="7015854" y="3668050"/>
            <a:ext cx="1834235" cy="217829"/>
          </a:xfrm>
          <a:prstGeom prst="rect">
            <a:avLst/>
          </a:prstGeom>
        </p:spPr>
        <p:txBody>
          <a:bodyPr/>
          <a:lstStyle>
            <a:lvl1pPr marL="0" indent="0" algn="l">
              <a:buNone/>
              <a:defRPr sz="1050" b="1" i="0">
                <a:solidFill>
                  <a:schemeClr val="bg1"/>
                </a:solidFill>
                <a:latin typeface="Segoe UI" panose="020B0502040204020203" pitchFamily="34" charset="0"/>
                <a:cs typeface="Segoe UI" panose="020B0502040204020203" pitchFamily="34" charset="0"/>
              </a:defRPr>
            </a:lvl1pPr>
          </a:lstStyle>
          <a:p>
            <a:pPr lvl="0"/>
            <a:r>
              <a:rPr lang="fr-FR"/>
              <a:t>Fonction</a:t>
            </a:r>
          </a:p>
        </p:txBody>
      </p:sp>
      <p:sp>
        <p:nvSpPr>
          <p:cNvPr id="4" name="Espace réservé du texte 3">
            <a:extLst>
              <a:ext uri="{FF2B5EF4-FFF2-40B4-BE49-F238E27FC236}">
                <a16:creationId xmlns:a16="http://schemas.microsoft.com/office/drawing/2014/main" id="{0556D039-49E7-445B-9B90-7EF4FDA71DBA}"/>
              </a:ext>
            </a:extLst>
          </p:cNvPr>
          <p:cNvSpPr>
            <a:spLocks noGrp="1"/>
          </p:cNvSpPr>
          <p:nvPr>
            <p:ph type="body" sz="quarter" idx="27" hasCustomPrompt="1"/>
          </p:nvPr>
        </p:nvSpPr>
        <p:spPr>
          <a:xfrm>
            <a:off x="2298502" y="3966806"/>
            <a:ext cx="4546997" cy="738111"/>
          </a:xfrm>
          <a:prstGeom prst="rect">
            <a:avLst/>
          </a:prstGeom>
        </p:spPr>
        <p:txBody>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b="1" i="0">
                <a:latin typeface="Segoe UI" panose="020B0502040204020203" pitchFamily="34" charset="0"/>
                <a:cs typeface="Segoe UI" panose="020B0502040204020203" pitchFamily="34" charset="0"/>
              </a:defRPr>
            </a:lvl1pPr>
          </a:lstStyle>
          <a:p>
            <a:pPr lvl="0"/>
            <a:r>
              <a:rPr lang="fr-FR"/>
              <a:t>Thématique table ronde</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Thématique table ronde</a:t>
            </a:r>
          </a:p>
          <a:p>
            <a:pPr lvl="0"/>
            <a:endParaRPr lang="fr-FR"/>
          </a:p>
        </p:txBody>
      </p:sp>
    </p:spTree>
    <p:extLst>
      <p:ext uri="{BB962C8B-B14F-4D97-AF65-F5344CB8AC3E}">
        <p14:creationId xmlns:p14="http://schemas.microsoft.com/office/powerpoint/2010/main" val="1478408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96" b="1" i="0">
                <a:solidFill>
                  <a:srgbClr val="0044FF"/>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1" i="0">
                <a:solidFill>
                  <a:schemeClr val="tx1"/>
                </a:solidFill>
                <a:latin typeface="Segoe UI" panose="020B0502040204020203" pitchFamily="34" charset="0"/>
              </a:defRPr>
            </a:lvl1pPr>
          </a:lstStyle>
          <a:p>
            <a:endParaRPr/>
          </a:p>
        </p:txBody>
      </p:sp>
      <p:sp>
        <p:nvSpPr>
          <p:cNvPr id="4" name="Holder 4"/>
          <p:cNvSpPr>
            <a:spLocks noGrp="1"/>
          </p:cNvSpPr>
          <p:nvPr>
            <p:ph type="ftr" sz="quarter" idx="5"/>
          </p:nvPr>
        </p:nvSpPr>
        <p:spPr/>
        <p:txBody>
          <a:bodyPr lIns="0" tIns="0" rIns="0" bIns="0"/>
          <a:lstStyle>
            <a:lvl1pPr algn="ctr">
              <a:defRPr b="1" i="0">
                <a:solidFill>
                  <a:schemeClr val="tx1">
                    <a:tint val="75000"/>
                  </a:schemeClr>
                </a:solidFill>
                <a:latin typeface="Segoe UI" panose="020B0502040204020203" pitchFamily="34" charset="0"/>
              </a:defRPr>
            </a:lvl1pPr>
          </a:lstStyle>
          <a:p>
            <a:pPr>
              <a:defRPr/>
            </a:pPr>
            <a:endParaRPr lang="fr-FR">
              <a:solidFill>
                <a:srgbClr val="002C52">
                  <a:tint val="75000"/>
                </a:srgbClr>
              </a:solidFill>
            </a:endParaRPr>
          </a:p>
        </p:txBody>
      </p:sp>
      <p:sp>
        <p:nvSpPr>
          <p:cNvPr id="5" name="Holder 5"/>
          <p:cNvSpPr>
            <a:spLocks noGrp="1"/>
          </p:cNvSpPr>
          <p:nvPr>
            <p:ph type="dt" sz="half" idx="6"/>
          </p:nvPr>
        </p:nvSpPr>
        <p:spPr/>
        <p:txBody>
          <a:bodyPr lIns="0" tIns="0" rIns="0" bIns="0"/>
          <a:lstStyle>
            <a:lvl1pPr>
              <a:defRPr sz="591" b="1" i="0">
                <a:solidFill>
                  <a:srgbClr val="0044FF"/>
                </a:solidFill>
                <a:latin typeface="Tahoma"/>
                <a:cs typeface="Tahoma"/>
              </a:defRPr>
            </a:lvl1pPr>
          </a:lstStyle>
          <a:p>
            <a:pPr marL="5776" marR="0" lvl="0" indent="0" algn="l" defTabSz="914400" rtl="0" eaLnBrk="1" fontAlgn="auto" latinLnBrk="0" hangingPunct="1">
              <a:lnSpc>
                <a:spcPct val="100000"/>
              </a:lnSpc>
              <a:spcBef>
                <a:spcPts val="43"/>
              </a:spcBef>
              <a:spcAft>
                <a:spcPts val="0"/>
              </a:spcAft>
              <a:buClrTx/>
              <a:buSzTx/>
              <a:buFontTx/>
              <a:buNone/>
              <a:tabLst/>
              <a:defRPr/>
            </a:pPr>
            <a:r>
              <a:rPr kumimoji="0" lang="fr-FR" sz="591" b="1" i="0" u="none" strike="noStrike" kern="1200" cap="none" spc="-84" normalizeH="0" baseline="0" noProof="0">
                <a:ln>
                  <a:noFill/>
                </a:ln>
                <a:solidFill>
                  <a:srgbClr val="0044FF"/>
                </a:solidFill>
                <a:effectLst/>
                <a:uLnTx/>
                <a:uFillTx/>
                <a:latin typeface="Tahoma"/>
                <a:ea typeface="+mn-ea"/>
                <a:cs typeface="Tahoma"/>
              </a:rPr>
              <a:t>27/10/2022</a:t>
            </a:r>
          </a:p>
        </p:txBody>
      </p:sp>
      <p:sp>
        <p:nvSpPr>
          <p:cNvPr id="6" name="Holder 6"/>
          <p:cNvSpPr>
            <a:spLocks noGrp="1"/>
          </p:cNvSpPr>
          <p:nvPr>
            <p:ph type="sldNum" sz="quarter" idx="7"/>
          </p:nvPr>
        </p:nvSpPr>
        <p:spPr/>
        <p:txBody>
          <a:bodyPr lIns="0" tIns="0" rIns="0" bIns="0"/>
          <a:lstStyle>
            <a:lvl1pPr>
              <a:defRPr sz="1001" b="1" i="0">
                <a:solidFill>
                  <a:srgbClr val="4B6A7E"/>
                </a:solidFill>
                <a:latin typeface="Tahoma"/>
                <a:cs typeface="Tahoma"/>
              </a:defRPr>
            </a:lvl1pPr>
          </a:lstStyle>
          <a:p>
            <a:pPr marL="17328" marR="0" lvl="0" indent="0" algn="l" defTabSz="914400" rtl="0" eaLnBrk="1" fontAlgn="auto" latinLnBrk="0" hangingPunct="1">
              <a:lnSpc>
                <a:spcPct val="100000"/>
              </a:lnSpc>
              <a:spcBef>
                <a:spcPts val="27"/>
              </a:spcBef>
              <a:spcAft>
                <a:spcPts val="0"/>
              </a:spcAft>
              <a:buClrTx/>
              <a:buSzTx/>
              <a:buFontTx/>
              <a:buNone/>
              <a:tabLst/>
              <a:defRPr/>
            </a:pPr>
            <a:fld id="{81D60167-4931-47E6-BA6A-407CBD079E47}" type="slidenum">
              <a:rPr kumimoji="0" lang="fr-FR" sz="1001" b="1" i="0" u="none" strike="noStrike" kern="1200" cap="none" spc="-109" normalizeH="0" baseline="0" noProof="0" smtClean="0">
                <a:ln>
                  <a:noFill/>
                </a:ln>
                <a:solidFill>
                  <a:srgbClr val="4B6A7E"/>
                </a:solidFill>
                <a:effectLst/>
                <a:uLnTx/>
                <a:uFillTx/>
                <a:latin typeface="Tahoma"/>
                <a:ea typeface="+mn-ea"/>
                <a:cs typeface="Tahoma"/>
              </a:rPr>
              <a:pPr marL="17328" marR="0" lvl="0" indent="0" algn="l" defTabSz="914400" rtl="0" eaLnBrk="1" fontAlgn="auto" latinLnBrk="0" hangingPunct="1">
                <a:lnSpc>
                  <a:spcPct val="100000"/>
                </a:lnSpc>
                <a:spcBef>
                  <a:spcPts val="27"/>
                </a:spcBef>
                <a:spcAft>
                  <a:spcPts val="0"/>
                </a:spcAft>
                <a:buClrTx/>
                <a:buSzTx/>
                <a:buFontTx/>
                <a:buNone/>
                <a:tabLst/>
                <a:defRPr/>
              </a:pPr>
              <a:t>‹#›</a:t>
            </a:fld>
            <a:endParaRPr kumimoji="0" lang="fr-FR" sz="1001" b="1" i="0" u="none" strike="noStrike" kern="1200" cap="none" spc="-109" normalizeH="0" baseline="0" noProof="0">
              <a:ln>
                <a:noFill/>
              </a:ln>
              <a:solidFill>
                <a:srgbClr val="4B6A7E"/>
              </a:solidFill>
              <a:effectLst/>
              <a:uLnTx/>
              <a:uFillTx/>
              <a:latin typeface="Tahoma"/>
              <a:ea typeface="+mn-ea"/>
              <a:cs typeface="Tahoma"/>
            </a:endParaRPr>
          </a:p>
        </p:txBody>
      </p:sp>
    </p:spTree>
    <p:extLst>
      <p:ext uri="{BB962C8B-B14F-4D97-AF65-F5344CB8AC3E}">
        <p14:creationId xmlns:p14="http://schemas.microsoft.com/office/powerpoint/2010/main" val="2989187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5833560"/>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9" r:id="rId3"/>
    <p:sldLayoutId id="2147483660" r:id="rId4"/>
    <p:sldLayoutId id="2147483651" r:id="rId5"/>
    <p:sldLayoutId id="2147483667" r:id="rId6"/>
    <p:sldLayoutId id="2147483668" r:id="rId7"/>
  </p:sldLayoutIdLst>
  <p:txStyles>
    <p:titleStyle>
      <a:lvl1pPr marL="0" indent="0" algn="l" defTabSz="685800" rtl="0" eaLnBrk="1" latinLnBrk="0" hangingPunct="1">
        <a:lnSpc>
          <a:spcPct val="100000"/>
        </a:lnSpc>
        <a:spcBef>
          <a:spcPts val="0"/>
        </a:spcBef>
        <a:buNone/>
        <a:tabLst>
          <a:tab pos="402431" algn="l"/>
        </a:tabLst>
        <a:defRPr sz="1500" b="1" kern="1200">
          <a:solidFill>
            <a:schemeClr val="tx2"/>
          </a:solidFill>
          <a:latin typeface="+mj-lt"/>
          <a:ea typeface="+mj-ea"/>
          <a:cs typeface="+mj-cs"/>
        </a:defRPr>
      </a:lvl1pPr>
    </p:titleStyle>
    <p:bodyStyle>
      <a:lvl1pPr marL="0" indent="0" algn="l" defTabSz="685800" rtl="0" eaLnBrk="1" latinLnBrk="0" hangingPunct="1">
        <a:lnSpc>
          <a:spcPct val="90000"/>
        </a:lnSpc>
        <a:spcBef>
          <a:spcPts val="0"/>
        </a:spcBef>
        <a:buFontTx/>
        <a:buNone/>
        <a:defRPr sz="2400" b="1" kern="1200">
          <a:solidFill>
            <a:schemeClr val="tx2"/>
          </a:solidFill>
          <a:latin typeface="+mn-lt"/>
          <a:ea typeface="+mn-ea"/>
          <a:cs typeface="+mn-cs"/>
        </a:defRPr>
      </a:lvl1pPr>
      <a:lvl2pPr marL="0" indent="0" algn="l" defTabSz="685800" rtl="0" eaLnBrk="1" latinLnBrk="0" hangingPunct="1">
        <a:lnSpc>
          <a:spcPct val="90000"/>
        </a:lnSpc>
        <a:spcBef>
          <a:spcPts val="900"/>
        </a:spcBef>
        <a:buFontTx/>
        <a:buNone/>
        <a:defRPr sz="1650" b="1" kern="1200">
          <a:solidFill>
            <a:schemeClr val="tx1"/>
          </a:solidFill>
          <a:latin typeface="+mn-lt"/>
          <a:ea typeface="+mn-ea"/>
          <a:cs typeface="+mn-cs"/>
        </a:defRPr>
      </a:lvl2pPr>
      <a:lvl3pPr marL="0" indent="0" algn="l" defTabSz="685800" rtl="0" eaLnBrk="1" latinLnBrk="0" hangingPunct="1">
        <a:lnSpc>
          <a:spcPct val="100000"/>
        </a:lnSpc>
        <a:spcBef>
          <a:spcPts val="225"/>
        </a:spcBef>
        <a:buFontTx/>
        <a:buNone/>
        <a:defRPr sz="1200" kern="1200">
          <a:solidFill>
            <a:schemeClr val="tx1"/>
          </a:solidFill>
          <a:latin typeface="+mn-lt"/>
          <a:ea typeface="+mn-ea"/>
          <a:cs typeface="+mn-cs"/>
        </a:defRPr>
      </a:lvl3pPr>
      <a:lvl4pPr marL="135000" indent="-135000" algn="l" defTabSz="685800" rtl="0" eaLnBrk="1" latinLnBrk="0" hangingPunct="1">
        <a:lnSpc>
          <a:spcPct val="100000"/>
        </a:lnSpc>
        <a:spcBef>
          <a:spcPts val="225"/>
        </a:spcBef>
        <a:buClr>
          <a:schemeClr val="tx2"/>
        </a:buClr>
        <a:buFont typeface="Symbol" panose="05050102010706020507" pitchFamily="18" charset="2"/>
        <a:buChar char="·"/>
        <a:defRPr sz="1200" kern="1200">
          <a:solidFill>
            <a:schemeClr val="tx1"/>
          </a:solidFill>
          <a:latin typeface="+mn-lt"/>
          <a:ea typeface="+mn-ea"/>
          <a:cs typeface="+mn-cs"/>
        </a:defRPr>
      </a:lvl4pPr>
      <a:lvl5pPr marL="270000" indent="-135000" algn="l" defTabSz="685800" rtl="0" eaLnBrk="1" latinLnBrk="0" hangingPunct="1">
        <a:lnSpc>
          <a:spcPct val="100000"/>
        </a:lnSpc>
        <a:spcBef>
          <a:spcPts val="225"/>
        </a:spcBef>
        <a:buFont typeface="Segoe UI" panose="020B0502040204020203" pitchFamily="34" charset="0"/>
        <a:buChar char="&gt;"/>
        <a:defRPr sz="1050" i="0" kern="1200">
          <a:solidFill>
            <a:schemeClr val="tx2"/>
          </a:solidFill>
          <a:latin typeface="+mn-lt"/>
          <a:ea typeface="+mn-ea"/>
          <a:cs typeface="+mn-cs"/>
        </a:defRPr>
      </a:lvl5pPr>
      <a:lvl6pPr marL="351000" indent="-81000" algn="l" defTabSz="685800" rtl="0" eaLnBrk="1" latinLnBrk="0" hangingPunct="1">
        <a:lnSpc>
          <a:spcPct val="100000"/>
        </a:lnSpc>
        <a:spcBef>
          <a:spcPts val="0"/>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438">
          <p15:clr>
            <a:srgbClr val="F26B43"/>
          </p15:clr>
        </p15:guide>
        <p15:guide id="4" pos="7242">
          <p15:clr>
            <a:srgbClr val="F26B43"/>
          </p15:clr>
        </p15:guide>
        <p15:guide id="5" orient="horz" pos="867">
          <p15:clr>
            <a:srgbClr val="F26B43"/>
          </p15:clr>
        </p15:guide>
        <p15:guide id="6" orient="horz" pos="39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hyperlink" Target="https://cegidgroup.sharepoint.com/:w:/r/sites/T365-PRI-Project-SECURITAS/Documents%20partages/02%20Core%20HR/07%20Integraciones/04%20Espa%C3%B1a/Entrega%20SQ/SQ_Dise%C3%B1o_Export_Datos_Empleados_v3.4_Espa%C3%B1a.docx?d=wce2d15bf90cf4f9192be6a2aba57f7f7&amp;csf=1&amp;web=1&amp;e=Wb0d8B"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hyperlink" Target="https://cegidgroup.sharepoint.com/:w:/r/sites/T365-PRI-Project-SECURITAS/Documents%20partages/02%20Core%20HR/07%20Integraciones/04%20Espa%C3%B1a/Entrega%20SQ/SQ_Dise%C3%B1o_Export_Datos_Empleados_v3.4_Espa%C3%B1a.docx?d=wce2d15bf90cf4f9192be6a2aba57f7f7&amp;csf=1&amp;web=1&amp;e=Wb0d8B"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hyperlink" Target="https://cegidgroup.sharepoint.com/:w:/r/sites/T365-PRI-Project-SECURITAS/Documents%20partages/02%20Core%20HR/07%20Integraciones/04%20Espa%C3%B1a/Entrega%20SQ/SQ_Dise%C3%B1o_Export_Datos_Empleados_Formaci%C3%B3n_ABM_v2.docx?d=w1afa329ec5864952bdcac2be0eb1c10e&amp;csf=1&amp;web=1&amp;e=Kw2vP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E11B-C714-AB8C-1621-DDB4B2944D84}"/>
              </a:ext>
            </a:extLst>
          </p:cNvPr>
          <p:cNvSpPr>
            <a:spLocks noGrp="1"/>
          </p:cNvSpPr>
          <p:nvPr>
            <p:ph type="ctrTitle"/>
          </p:nvPr>
        </p:nvSpPr>
        <p:spPr>
          <a:xfrm>
            <a:off x="1232172" y="1312115"/>
            <a:ext cx="6679655" cy="1477328"/>
          </a:xfrm>
        </p:spPr>
        <p:txBody>
          <a:bodyPr/>
          <a:lstStyle/>
          <a:p>
            <a:pPr algn="ctr"/>
            <a:r>
              <a:rPr lang="es-ES_tradnl"/>
              <a:t>INTEGRACIONES </a:t>
            </a:r>
            <a:br>
              <a:rPr lang="es-ES_tradnl"/>
            </a:br>
            <a:r>
              <a:rPr lang="es-ES_tradnl"/>
              <a:t>SECURITAS ESPAÑA</a:t>
            </a:r>
            <a:endParaRPr lang="es-ES"/>
          </a:p>
        </p:txBody>
      </p:sp>
    </p:spTree>
    <p:extLst>
      <p:ext uri="{BB962C8B-B14F-4D97-AF65-F5344CB8AC3E}">
        <p14:creationId xmlns:p14="http://schemas.microsoft.com/office/powerpoint/2010/main" val="153154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88BC66-F081-714E-D0C5-4134844391DC}"/>
              </a:ext>
            </a:extLst>
          </p:cNvPr>
          <p:cNvSpPr txBox="1"/>
          <p:nvPr/>
        </p:nvSpPr>
        <p:spPr>
          <a:xfrm>
            <a:off x="1143000" y="1203180"/>
            <a:ext cx="4579034" cy="2800767"/>
          </a:xfrm>
          <a:prstGeom prst="rect">
            <a:avLst/>
          </a:prstGeom>
          <a:noFill/>
        </p:spPr>
        <p:txBody>
          <a:bodyPr wrap="square">
            <a:spAutoFit/>
          </a:bodyPr>
          <a:lstStyle/>
          <a:p>
            <a:r>
              <a:rPr lang="es-ES_tradnl" sz="4400" b="1">
                <a:solidFill>
                  <a:srgbClr val="FFFFFF"/>
                </a:solidFill>
              </a:rPr>
              <a:t>TIPOS DE INTEGRACIONES USADAS EN SECURITAS</a:t>
            </a:r>
            <a:endParaRPr lang="es-ES" sz="4400" b="1">
              <a:solidFill>
                <a:srgbClr val="FFFFFF"/>
              </a:solidFill>
            </a:endParaRPr>
          </a:p>
        </p:txBody>
      </p:sp>
    </p:spTree>
    <p:extLst>
      <p:ext uri="{BB962C8B-B14F-4D97-AF65-F5344CB8AC3E}">
        <p14:creationId xmlns:p14="http://schemas.microsoft.com/office/powerpoint/2010/main" val="3143976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2483868" y="1494532"/>
            <a:ext cx="4176263" cy="2154436"/>
          </a:xfrm>
          <a:prstGeom prst="rect">
            <a:avLst/>
          </a:prstGeom>
          <a:noFill/>
        </p:spPr>
        <p:txBody>
          <a:bodyPr wrap="square" lIns="36000" tIns="0" rIns="36000" bIns="0" rtlCol="0">
            <a:spAutoFit/>
          </a:bodyPr>
          <a:lstStyle/>
          <a:p>
            <a:r>
              <a:rPr lang="es-ES_tradnl" sz="2000" b="1">
                <a:solidFill>
                  <a:srgbClr val="FF5B35"/>
                </a:solidFill>
              </a:rPr>
              <a:t>GLOBAL:</a:t>
            </a:r>
          </a:p>
          <a:p>
            <a:r>
              <a:rPr lang="es-ES_tradnl" sz="2000" b="1">
                <a:solidFill>
                  <a:srgbClr val="FF5B35"/>
                </a:solidFill>
              </a:rPr>
              <a:t>	ARCHIVOS – FTP</a:t>
            </a:r>
          </a:p>
          <a:p>
            <a:r>
              <a:rPr lang="es-ES_tradnl" sz="2000" b="1">
                <a:solidFill>
                  <a:srgbClr val="FF5B35"/>
                </a:solidFill>
              </a:rPr>
              <a:t>	DOCUMENTOS – FTP</a:t>
            </a:r>
          </a:p>
          <a:p>
            <a:r>
              <a:rPr lang="es-ES_tradnl" sz="2000" b="1">
                <a:solidFill>
                  <a:srgbClr val="FF5B35"/>
                </a:solidFill>
              </a:rPr>
              <a:t>	WEB SERVICES</a:t>
            </a:r>
          </a:p>
          <a:p>
            <a:r>
              <a:rPr lang="es-ES_tradnl" sz="2000" b="1">
                <a:solidFill>
                  <a:srgbClr val="FF5B35"/>
                </a:solidFill>
              </a:rPr>
              <a:t>NOMINA:</a:t>
            </a:r>
          </a:p>
          <a:p>
            <a:r>
              <a:rPr lang="es-ES_tradnl" sz="2000" b="1">
                <a:solidFill>
                  <a:srgbClr val="FF5B35"/>
                </a:solidFill>
              </a:rPr>
              <a:t>	ARCHIVOS – FTP</a:t>
            </a:r>
          </a:p>
          <a:p>
            <a:r>
              <a:rPr lang="es-ES_tradnl" sz="2000" b="1">
                <a:solidFill>
                  <a:srgbClr val="FF5B35"/>
                </a:solidFill>
              </a:rPr>
              <a:t>	DOCUMENTOS – FTP</a:t>
            </a:r>
          </a:p>
        </p:txBody>
      </p:sp>
    </p:spTree>
    <p:extLst>
      <p:ext uri="{BB962C8B-B14F-4D97-AF65-F5344CB8AC3E}">
        <p14:creationId xmlns:p14="http://schemas.microsoft.com/office/powerpoint/2010/main" val="125868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62DCD-3C68-802C-E149-777850503ED2}"/>
              </a:ext>
            </a:extLst>
          </p:cNvPr>
          <p:cNvSpPr txBox="1"/>
          <p:nvPr/>
        </p:nvSpPr>
        <p:spPr>
          <a:xfrm>
            <a:off x="1143000" y="1203180"/>
            <a:ext cx="5335172" cy="2123658"/>
          </a:xfrm>
          <a:prstGeom prst="rect">
            <a:avLst/>
          </a:prstGeom>
          <a:noFill/>
        </p:spPr>
        <p:txBody>
          <a:bodyPr wrap="square">
            <a:spAutoFit/>
          </a:bodyPr>
          <a:lstStyle/>
          <a:p>
            <a:r>
              <a:rPr lang="es-ES_tradnl" sz="4400" b="1">
                <a:solidFill>
                  <a:srgbClr val="FFFFFF"/>
                </a:solidFill>
              </a:rPr>
              <a:t>INTREGRACIONES DEFINIDAS EN SECURITAS</a:t>
            </a:r>
            <a:endParaRPr lang="es-ES" sz="4400" b="1">
              <a:solidFill>
                <a:srgbClr val="FFFFFF"/>
              </a:solidFill>
            </a:endParaRPr>
          </a:p>
        </p:txBody>
      </p:sp>
    </p:spTree>
    <p:extLst>
      <p:ext uri="{BB962C8B-B14F-4D97-AF65-F5344CB8AC3E}">
        <p14:creationId xmlns:p14="http://schemas.microsoft.com/office/powerpoint/2010/main" val="417199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del </a:t>
            </a:r>
            <a:r>
              <a:rPr lang="es-ES" sz="1200" b="1">
                <a:effectLst/>
                <a:ea typeface="Times New Roman" panose="02020603050405020304" pitchFamily="18" charset="0"/>
                <a:cs typeface="Aptos" panose="020B0004020202020204" pitchFamily="34" charset="0"/>
              </a:rPr>
              <a:t>catálogo </a:t>
            </a:r>
            <a:r>
              <a:rPr lang="es-ES" sz="1200">
                <a:effectLst/>
                <a:ea typeface="Times New Roman" panose="02020603050405020304" pitchFamily="18" charset="0"/>
                <a:cs typeface="Aptos" panose="020B0004020202020204" pitchFamily="34" charset="0"/>
              </a:rPr>
              <a:t>de España (Grupo </a:t>
            </a:r>
            <a:r>
              <a:rPr lang="es-ES" sz="1200" err="1">
                <a:effectLst/>
                <a:ea typeface="Times New Roman" panose="02020603050405020304" pitchFamily="18" charset="0"/>
                <a:cs typeface="Aptos" panose="020B0004020202020204" pitchFamily="34" charset="0"/>
              </a:rPr>
              <a:t>SQES_Catalogo_españa</a:t>
            </a:r>
            <a:r>
              <a:rPr lang="es-ES" sz="1200">
                <a:effectLst/>
                <a:ea typeface="Times New Roman" panose="02020603050405020304" pitchFamily="18" charset="0"/>
                <a:cs typeface="Aptos" panose="020B0004020202020204" pitchFamily="34" charset="0"/>
              </a:rPr>
              <a:t>) </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empleados</a:t>
            </a:r>
            <a:r>
              <a:rPr lang="es-ES" sz="1200">
                <a:effectLst/>
                <a:ea typeface="Times New Roman" panose="02020603050405020304" pitchFamily="18" charset="0"/>
                <a:cs typeface="Aptos" panose="020B0004020202020204" pitchFamily="34" charset="0"/>
              </a:rPr>
              <a:t>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para </a:t>
            </a:r>
            <a:r>
              <a:rPr lang="es-ES" sz="1200" b="1">
                <a:effectLst/>
                <a:ea typeface="Times New Roman" panose="02020603050405020304" pitchFamily="18" charset="0"/>
                <a:cs typeface="Aptos" panose="020B0004020202020204" pitchFamily="34" charset="0"/>
              </a:rPr>
              <a:t>importación del alias </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Integracion</a:t>
            </a:r>
            <a:r>
              <a:rPr lang="es-ES" sz="1200">
                <a:effectLst/>
                <a:ea typeface="Times New Roman" panose="02020603050405020304" pitchFamily="18" charset="0"/>
                <a:cs typeface="Aptos" panose="020B0004020202020204" pitchFamily="34" charset="0"/>
              </a:rPr>
              <a:t> con el AD (</a:t>
            </a:r>
            <a:r>
              <a:rPr lang="es-ES" sz="1200" err="1">
                <a:effectLst/>
                <a:ea typeface="Times New Roman" panose="02020603050405020304" pitchFamily="18" charset="0"/>
                <a:cs typeface="Aptos" panose="020B0004020202020204" pitchFamily="34" charset="0"/>
              </a:rPr>
              <a:t>Gupo</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SQES_SQES_Alias</a:t>
            </a:r>
            <a:r>
              <a:rPr lang="es-ES" sz="1200">
                <a:effectLst/>
                <a:ea typeface="Times New Roman" panose="02020603050405020304" pitchFamily="18" charset="0"/>
                <a:cs typeface="Aptos" panose="020B0004020202020204" pitchFamily="34" charset="0"/>
              </a:rPr>
              <a:t>)</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 </a:t>
            </a:r>
            <a:r>
              <a:rPr lang="es-ES" sz="1200" b="1">
                <a:effectLst/>
                <a:ea typeface="Times New Roman" panose="02020603050405020304" pitchFamily="18" charset="0"/>
                <a:cs typeface="Aptos" panose="020B0004020202020204" pitchFamily="34" charset="0"/>
              </a:rPr>
              <a:t>empleados para el LMS </a:t>
            </a:r>
            <a:r>
              <a:rPr lang="es-ES" sz="1200">
                <a:effectLst/>
                <a:ea typeface="Times New Roman" panose="02020603050405020304" pitchFamily="18" charset="0"/>
                <a:cs typeface="Aptos" panose="020B0004020202020204" pitchFamily="34" charset="0"/>
              </a:rPr>
              <a:t>(Grupo SQES_LMS)</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para </a:t>
            </a:r>
            <a:r>
              <a:rPr lang="es-ES" sz="1200" b="1">
                <a:effectLst/>
                <a:ea typeface="Times New Roman" panose="02020603050405020304" pitchFamily="18" charset="0"/>
                <a:cs typeface="Aptos" panose="020B0004020202020204" pitchFamily="34" charset="0"/>
              </a:rPr>
              <a:t>controles</a:t>
            </a:r>
            <a:r>
              <a:rPr lang="es-ES" sz="1200">
                <a:effectLst/>
                <a:ea typeface="Times New Roman" panose="02020603050405020304" pitchFamily="18" charset="0"/>
                <a:cs typeface="Aptos" panose="020B0004020202020204" pitchFamily="34" charset="0"/>
              </a:rPr>
              <a:t> de Securitas</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certificados y Licencias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propiedades de la compañía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formaciones </a:t>
            </a:r>
            <a:r>
              <a:rPr lang="es-ES" sz="1200">
                <a:effectLst/>
                <a:ea typeface="Times New Roman" panose="02020603050405020304" pitchFamily="18" charset="0"/>
                <a:cs typeface="Aptos" panose="020B0004020202020204" pitchFamily="34" charset="0"/>
              </a:rPr>
              <a:t>- módulo de formación (</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err="1">
                <a:effectLst/>
                <a:ea typeface="Times New Roman" panose="02020603050405020304" pitchFamily="18" charset="0"/>
                <a:cs typeface="Aptos" panose="020B0004020202020204" pitchFamily="34" charset="0"/>
              </a:rPr>
              <a:t>ITs</a:t>
            </a:r>
            <a:r>
              <a:rPr lang="es-ES" sz="1200" b="1">
                <a:effectLst/>
                <a:ea typeface="Times New Roman" panose="02020603050405020304" pitchFamily="18" charset="0"/>
                <a:cs typeface="Aptos" panose="020B0004020202020204" pitchFamily="34" charset="0"/>
              </a:rPr>
              <a:t> y Saldos de bolsas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ajustes de bolsas </a:t>
            </a:r>
            <a:r>
              <a:rPr lang="es-ES" sz="1200">
                <a:effectLst/>
                <a:ea typeface="Times New Roman" panose="02020603050405020304" pitchFamily="18" charset="0"/>
                <a:cs typeface="Aptos" panose="020B0004020202020204" pitchFamily="34" charset="0"/>
              </a:rPr>
              <a:t>(Grupo </a:t>
            </a:r>
            <a:r>
              <a:rPr lang="es-ES" sz="1200" err="1">
                <a:effectLst/>
                <a:ea typeface="Times New Roman" panose="02020603050405020304" pitchFamily="18" charset="0"/>
                <a:cs typeface="Aptos" panose="020B0004020202020204" pitchFamily="34" charset="0"/>
              </a:rPr>
              <a:t>SQES_Ajuste_Bolsas</a:t>
            </a:r>
            <a:r>
              <a:rPr lang="es-ES" sz="1200">
                <a:effectLst/>
                <a:ea typeface="Times New Roman" panose="02020603050405020304" pitchFamily="18" charset="0"/>
                <a:cs typeface="Aptos" panose="020B0004020202020204" pitchFamily="34" charset="0"/>
              </a:rPr>
              <a:t>)</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para que el </a:t>
            </a:r>
            <a:r>
              <a:rPr lang="es-ES" sz="1200" b="1">
                <a:effectLst/>
                <a:ea typeface="Times New Roman" panose="02020603050405020304" pitchFamily="18" charset="0"/>
                <a:cs typeface="Aptos" panose="020B0004020202020204" pitchFamily="34" charset="0"/>
              </a:rPr>
              <a:t>FTP no borre plantillas </a:t>
            </a:r>
            <a:r>
              <a:rPr lang="es-ES" sz="1200">
                <a:effectLst/>
                <a:ea typeface="Times New Roman" panose="02020603050405020304" pitchFamily="18" charset="0"/>
                <a:cs typeface="Aptos" panose="020B0004020202020204" pitchFamily="34" charset="0"/>
              </a:rPr>
              <a:t>(Grupo </a:t>
            </a:r>
            <a:r>
              <a:rPr lang="es-ES" sz="1200" err="1">
                <a:effectLst/>
                <a:ea typeface="Times New Roman" panose="02020603050405020304" pitchFamily="18" charset="0"/>
                <a:cs typeface="Aptos" panose="020B0004020202020204" pitchFamily="34" charset="0"/>
              </a:rPr>
              <a:t>SQES_Refrescar_Plantillas</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84955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Incidencias</a:t>
            </a:r>
            <a:r>
              <a:rPr lang="es-ES" sz="1200">
                <a:effectLst/>
                <a:ea typeface="Times New Roman" panose="02020603050405020304" pitchFamily="18" charset="0"/>
                <a:cs typeface="Aptos" panose="020B0004020202020204" pitchFamily="34" charset="0"/>
              </a:rPr>
              <a:t> desde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(D) y Wofu (I)</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LMS - </a:t>
            </a:r>
            <a:r>
              <a:rPr lang="es-ES" sz="1200" b="1">
                <a:effectLst/>
                <a:ea typeface="Times New Roman" panose="02020603050405020304" pitchFamily="18" charset="0"/>
                <a:cs typeface="Aptos" panose="020B0004020202020204" pitchFamily="34" charset="0"/>
              </a:rPr>
              <a:t>Formación realizada </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 - </a:t>
            </a:r>
            <a:r>
              <a:rPr lang="es-ES" sz="1200" b="1">
                <a:effectLst/>
                <a:ea typeface="Times New Roman" panose="02020603050405020304" pitchFamily="18" charset="0"/>
                <a:cs typeface="Aptos" panose="020B0004020202020204" pitchFamily="34" charset="0"/>
              </a:rPr>
              <a:t>Caducidad de bolsas </a:t>
            </a:r>
            <a:r>
              <a:rPr lang="es-ES" sz="1200">
                <a:effectLst/>
                <a:ea typeface="Times New Roman" panose="02020603050405020304" pitchFamily="18" charset="0"/>
                <a:cs typeface="Aptos" panose="020B0004020202020204" pitchFamily="34" charset="0"/>
              </a:rPr>
              <a:t>extraordinarias</a:t>
            </a: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Importar </a:t>
            </a:r>
            <a:r>
              <a:rPr lang="es-ES" sz="1200" b="1">
                <a:effectLst/>
                <a:ea typeface="Times New Roman" panose="02020603050405020304" pitchFamily="18" charset="0"/>
                <a:cs typeface="Aptos" panose="020B0004020202020204" pitchFamily="34" charset="0"/>
              </a:rPr>
              <a:t>Alias</a:t>
            </a:r>
            <a:r>
              <a:rPr lang="es-ES" sz="1200">
                <a:effectLst/>
                <a:ea typeface="Times New Roman" panose="02020603050405020304" pitchFamily="18" charset="0"/>
                <a:cs typeface="Aptos" panose="020B0004020202020204" pitchFamily="34" charset="0"/>
              </a:rPr>
              <a:t> </a:t>
            </a: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4171267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Contabilidad</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export</a:t>
            </a:r>
            <a:r>
              <a:rPr lang="es-ES" sz="1200">
                <a:effectLst/>
                <a:ea typeface="Times New Roman" panose="02020603050405020304" pitchFamily="18" charset="0"/>
                <a:cs typeface="Aptos" panose="020B0004020202020204" pitchFamily="34" charset="0"/>
              </a:rPr>
              <a:t> para Axapta pero existe una versión para Dynamics 365 que necesitaría alguna revisión)</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Controles</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exports</a:t>
            </a:r>
            <a:r>
              <a:rPr lang="es-ES" sz="1200">
                <a:effectLst/>
                <a:ea typeface="Times New Roman" panose="02020603050405020304" pitchFamily="18" charset="0"/>
                <a:cs typeface="Aptos" panose="020B0004020202020204" pitchFamily="34" charset="0"/>
              </a:rPr>
              <a:t> diarias para el BI de Securitas donde tienen montados controles de datos) </a:t>
            </a:r>
            <a:r>
              <a:rPr lang="es-ES" sz="1200" err="1">
                <a:effectLst/>
                <a:ea typeface="Times New Roman" panose="02020603050405020304" pitchFamily="18" charset="0"/>
                <a:cs typeface="Aptos" panose="020B0004020202020204" pitchFamily="34" charset="0"/>
              </a:rPr>
              <a:t>Pdte</a:t>
            </a:r>
            <a:r>
              <a:rPr lang="es-ES" sz="1200">
                <a:effectLst/>
                <a:ea typeface="Times New Roman" panose="02020603050405020304" pitchFamily="18" charset="0"/>
                <a:cs typeface="Aptos" panose="020B0004020202020204" pitchFamily="34" charset="0"/>
              </a:rPr>
              <a:t> listado de detalle de las 13 tablas, son </a:t>
            </a:r>
            <a:r>
              <a:rPr lang="es-ES" sz="1200" err="1">
                <a:effectLst/>
                <a:ea typeface="Times New Roman" panose="02020603050405020304" pitchFamily="18" charset="0"/>
                <a:cs typeface="Aptos" panose="020B0004020202020204" pitchFamily="34" charset="0"/>
              </a:rPr>
              <a:t>export</a:t>
            </a:r>
            <a:r>
              <a:rPr lang="es-ES" sz="1200">
                <a:effectLst/>
                <a:ea typeface="Times New Roman" panose="02020603050405020304" pitchFamily="18" charset="0"/>
                <a:cs typeface="Aptos" panose="020B0004020202020204" pitchFamily="34" charset="0"/>
              </a:rPr>
              <a:t> de delta</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Informes a medida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exports</a:t>
            </a:r>
            <a:r>
              <a:rPr lang="es-ES" sz="1200">
                <a:effectLst/>
                <a:ea typeface="Times New Roman" panose="02020603050405020304" pitchFamily="18" charset="0"/>
                <a:cs typeface="Aptos" panose="020B0004020202020204" pitchFamily="34" charset="0"/>
              </a:rPr>
              <a:t> mensuales para el BI de Securitas donde tienen montados informes de gestión)</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para el </a:t>
            </a:r>
            <a:r>
              <a:rPr lang="es-ES" sz="1200" b="1">
                <a:effectLst/>
                <a:ea typeface="Times New Roman" panose="02020603050405020304" pitchFamily="18" charset="0"/>
                <a:cs typeface="Aptos" panose="020B0004020202020204" pitchFamily="34" charset="0"/>
              </a:rPr>
              <a:t>L20</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exports</a:t>
            </a:r>
            <a:r>
              <a:rPr lang="es-ES" sz="1200">
                <a:effectLst/>
                <a:ea typeface="Times New Roman" panose="02020603050405020304" pitchFamily="18" charset="0"/>
                <a:cs typeface="Aptos" panose="020B0004020202020204" pitchFamily="34" charset="0"/>
              </a:rPr>
              <a:t> mensuales para el BI de Securitas donde tienen montados el informe L20)</a:t>
            </a: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2277367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Catálogos de </a:t>
            </a:r>
            <a:r>
              <a:rPr lang="es-ES" sz="1200" b="1" err="1">
                <a:effectLst/>
                <a:ea typeface="Times New Roman" panose="02020603050405020304" pitchFamily="18" charset="0"/>
                <a:cs typeface="Aptos" panose="020B0004020202020204" pitchFamily="34" charset="0"/>
              </a:rPr>
              <a:t>Ceco</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import</a:t>
            </a:r>
            <a:r>
              <a:rPr lang="es-ES" sz="1200">
                <a:effectLst/>
                <a:ea typeface="Times New Roman" panose="02020603050405020304" pitchFamily="18" charset="0"/>
                <a:cs typeface="Aptos" panose="020B0004020202020204" pitchFamily="34" charset="0"/>
              </a:rPr>
              <a:t> 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Imputación</a:t>
            </a:r>
            <a:r>
              <a:rPr lang="es-ES" sz="1200">
                <a:effectLst/>
                <a:ea typeface="Times New Roman" panose="02020603050405020304" pitchFamily="18" charset="0"/>
                <a:cs typeface="Aptos" panose="020B0004020202020204" pitchFamily="34" charset="0"/>
              </a:rPr>
              <a:t> de centros de coste (</a:t>
            </a:r>
            <a:r>
              <a:rPr lang="es-ES" sz="1200" err="1">
                <a:effectLst/>
                <a:ea typeface="Times New Roman" panose="02020603050405020304" pitchFamily="18" charset="0"/>
                <a:cs typeface="Aptos" panose="020B0004020202020204" pitchFamily="34" charset="0"/>
              </a:rPr>
              <a:t>import</a:t>
            </a:r>
            <a:r>
              <a:rPr lang="es-ES" sz="1200">
                <a:effectLst/>
                <a:ea typeface="Times New Roman" panose="02020603050405020304" pitchFamily="18" charset="0"/>
                <a:cs typeface="Aptos" panose="020B0004020202020204" pitchFamily="34" charset="0"/>
              </a:rPr>
              <a:t> 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a:t>
            </a:r>
            <a:endParaRPr lang="es-ES" sz="1200">
              <a:effectLst/>
              <a:ea typeface="Aptos" panose="020B0004020202020204" pitchFamily="34"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Incidencias</a:t>
            </a:r>
            <a:r>
              <a:rPr lang="es-ES" sz="1200">
                <a:effectLst/>
                <a:ea typeface="Times New Roman" panose="02020603050405020304" pitchFamily="18" charset="0"/>
                <a:cs typeface="Aptos" panose="020B0004020202020204" pitchFamily="34" charset="0"/>
              </a:rPr>
              <a:t> (carga del variable)</a:t>
            </a:r>
            <a:endParaRPr lang="es-ES" sz="1200">
              <a:effectLst/>
              <a:ea typeface="Aptos" panose="020B0004020202020204" pitchFamily="34" charset="0"/>
              <a:cs typeface="Aptos" panose="020B0004020202020204" pitchFamily="34" charset="0"/>
            </a:endParaRPr>
          </a:p>
          <a:p>
            <a:pPr marL="228600"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Etiquetas de recibos, que son </a:t>
            </a:r>
            <a:r>
              <a:rPr lang="es-ES" sz="1200" b="1">
                <a:effectLst/>
                <a:ea typeface="Times New Roman" panose="02020603050405020304" pitchFamily="18" charset="0"/>
                <a:cs typeface="Aptos" panose="020B0004020202020204" pitchFamily="34" charset="0"/>
              </a:rPr>
              <a:t>literales del recibo </a:t>
            </a:r>
            <a:r>
              <a:rPr lang="es-ES" sz="1200">
                <a:effectLst/>
                <a:ea typeface="Times New Roman" panose="02020603050405020304" pitchFamily="18" charset="0"/>
                <a:cs typeface="Aptos" panose="020B0004020202020204" pitchFamily="34" charset="0"/>
              </a:rPr>
              <a:t>para conceptos variables (</a:t>
            </a:r>
            <a:r>
              <a:rPr lang="es-ES" sz="1200" err="1">
                <a:effectLst/>
                <a:ea typeface="Times New Roman" panose="02020603050405020304" pitchFamily="18" charset="0"/>
                <a:cs typeface="Aptos" panose="020B0004020202020204" pitchFamily="34" charset="0"/>
              </a:rPr>
              <a:t>import</a:t>
            </a:r>
            <a:r>
              <a:rPr lang="es-ES" sz="1200">
                <a:effectLst/>
                <a:ea typeface="Times New Roman" panose="02020603050405020304" pitchFamily="18" charset="0"/>
                <a:cs typeface="Aptos" panose="020B0004020202020204" pitchFamily="34" charset="0"/>
              </a:rPr>
              <a:t> 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a:t>
            </a:r>
          </a:p>
          <a:p>
            <a:pPr marL="228600" indent="-228600">
              <a:buFont typeface="Wingdings" panose="05000000000000000000" pitchFamily="2" charset="2"/>
              <a:buChar char=""/>
            </a:pPr>
            <a:r>
              <a:rPr lang="es-ES" sz="1200">
                <a:ea typeface="Aptos" panose="020B0004020202020204" pitchFamily="34" charset="0"/>
                <a:cs typeface="Aptos" panose="020B0004020202020204" pitchFamily="34" charset="0"/>
              </a:rPr>
              <a:t>Carga de </a:t>
            </a:r>
            <a:r>
              <a:rPr lang="es-ES" sz="1200" b="1">
                <a:ea typeface="Aptos" panose="020B0004020202020204" pitchFamily="34" charset="0"/>
                <a:cs typeface="Aptos" panose="020B0004020202020204" pitchFamily="34" charset="0"/>
              </a:rPr>
              <a:t>Ausencias</a:t>
            </a:r>
            <a:endParaRPr lang="es-ES" sz="1200" b="1">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92516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3137932"/>
            <a:ext cx="9049512"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Todos los </a:t>
            </a:r>
            <a:r>
              <a:rPr lang="es-ES" sz="1200" b="1">
                <a:effectLst/>
                <a:ea typeface="Times New Roman" panose="02020603050405020304" pitchFamily="18" charset="0"/>
                <a:cs typeface="Aptos" panose="020B0004020202020204" pitchFamily="34" charset="0"/>
              </a:rPr>
              <a:t>documentos de la persona </a:t>
            </a:r>
            <a:r>
              <a:rPr lang="es-ES" sz="1200">
                <a:effectLst/>
                <a:ea typeface="Times New Roman" panose="02020603050405020304" pitchFamily="18" charset="0"/>
                <a:cs typeface="Aptos" panose="020B0004020202020204" pitchFamily="34" charset="0"/>
              </a:rPr>
              <a:t>menos los que se importan   </a:t>
            </a:r>
            <a:endParaRPr lang="es-ES" sz="1200">
              <a:effectLst/>
              <a:ea typeface="Aptos" panose="020B0004020202020204" pitchFamily="34" charset="0"/>
              <a:cs typeface="Aptos" panose="020B0004020202020204" pitchFamily="34" charset="0"/>
            </a:endParaRP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DOCUMENTOS</a:t>
            </a:r>
            <a:endParaRPr lang="es-ES" sz="2000" b="1" u="sng">
              <a:solidFill>
                <a:srgbClr val="FF5B35"/>
              </a:solidFill>
            </a:endParaRPr>
          </a:p>
        </p:txBody>
      </p:sp>
      <p:sp>
        <p:nvSpPr>
          <p:cNvPr id="2" name="Arrow: Right 1">
            <a:extLst>
              <a:ext uri="{FF2B5EF4-FFF2-40B4-BE49-F238E27FC236}">
                <a16:creationId xmlns:a16="http://schemas.microsoft.com/office/drawing/2014/main" id="{92D5001B-D8A8-82D0-9C9B-EDE3BD73EF64}"/>
              </a:ext>
            </a:extLst>
          </p:cNvPr>
          <p:cNvSpPr/>
          <p:nvPr/>
        </p:nvSpPr>
        <p:spPr>
          <a:xfrm flipH="1">
            <a:off x="47243" y="1302133"/>
            <a:ext cx="9049513"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86200" lvl="8"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ES-Contrato de Trabajo</a:t>
            </a:r>
            <a:endParaRPr lang="es-ES" sz="1200">
              <a:effectLst/>
              <a:ea typeface="Aptos" panose="020B0004020202020204" pitchFamily="34" charset="0"/>
              <a:cs typeface="Aptos" panose="020B0004020202020204" pitchFamily="34" charset="0"/>
            </a:endParaRPr>
          </a:p>
          <a:p>
            <a:pPr marL="3886200" lvl="8"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a:t>
            </a:r>
            <a:r>
              <a:rPr lang="es-ES" sz="1200" b="1">
                <a:effectLst/>
                <a:ea typeface="Times New Roman" panose="02020603050405020304" pitchFamily="18" charset="0"/>
                <a:cs typeface="Aptos" panose="020B0004020202020204" pitchFamily="34" charset="0"/>
              </a:rPr>
              <a:t>Copia Simple</a:t>
            </a:r>
            <a:endParaRPr lang="es-ES" sz="1200" b="1">
              <a:effectLst/>
              <a:ea typeface="Aptos" panose="020B0004020202020204" pitchFamily="34" charset="0"/>
              <a:cs typeface="Aptos" panose="020B0004020202020204" pitchFamily="34" charset="0"/>
            </a:endParaRPr>
          </a:p>
          <a:p>
            <a:pPr marL="3886200" lvl="8"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a:t>
            </a:r>
            <a:r>
              <a:rPr lang="es-ES" sz="1200" b="1">
                <a:effectLst/>
                <a:ea typeface="Times New Roman" panose="02020603050405020304" pitchFamily="18" charset="0"/>
                <a:cs typeface="Aptos" panose="020B0004020202020204" pitchFamily="34" charset="0"/>
              </a:rPr>
              <a:t>Orden de Trabajo</a:t>
            </a:r>
            <a:endParaRPr lang="es-ES" sz="1200" b="1">
              <a:effectLst/>
              <a:ea typeface="Aptos" panose="020B0004020202020204" pitchFamily="34" charset="0"/>
              <a:cs typeface="Aptos" panose="020B0004020202020204" pitchFamily="34" charset="0"/>
            </a:endParaRPr>
          </a:p>
          <a:p>
            <a:pPr marL="3886200" lvl="8"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a:t>
            </a:r>
            <a:r>
              <a:rPr lang="es-ES" sz="1200" b="1">
                <a:effectLst/>
                <a:ea typeface="Times New Roman" panose="02020603050405020304" pitchFamily="18" charset="0"/>
                <a:cs typeface="Aptos" panose="020B0004020202020204" pitchFamily="34" charset="0"/>
              </a:rPr>
              <a:t>Recibo</a:t>
            </a:r>
            <a:r>
              <a:rPr lang="es-ES" sz="1200">
                <a:effectLst/>
                <a:ea typeface="Times New Roman" panose="02020603050405020304" pitchFamily="18" charset="0"/>
                <a:cs typeface="Aptos" panose="020B0004020202020204" pitchFamily="34" charset="0"/>
              </a:rPr>
              <a:t> de nómina (previos a PN )</a:t>
            </a:r>
            <a:endParaRPr lang="es-ES" sz="1200">
              <a:effectLst/>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245696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66352" y="1477944"/>
            <a:ext cx="9049512"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 </a:t>
            </a:r>
            <a:r>
              <a:rPr lang="es-ES" sz="1200" b="1">
                <a:effectLst/>
                <a:ea typeface="Times New Roman" panose="02020603050405020304" pitchFamily="18" charset="0"/>
                <a:cs typeface="Aptos" panose="020B0004020202020204" pitchFamily="34" charset="0"/>
              </a:rPr>
              <a:t>documentos</a:t>
            </a:r>
            <a:r>
              <a:rPr lang="es-ES" sz="1200">
                <a:effectLst/>
                <a:ea typeface="Times New Roman" panose="02020603050405020304" pitchFamily="18" charset="0"/>
                <a:cs typeface="Aptos" panose="020B0004020202020204" pitchFamily="34" charset="0"/>
              </a:rPr>
              <a:t> para firma digital</a:t>
            </a:r>
            <a:endParaRPr lang="es-ES" sz="1200">
              <a:effectLst/>
              <a:ea typeface="Aptos" panose="020B0004020202020204" pitchFamily="34" charset="0"/>
              <a:cs typeface="Aptos" panose="020B0004020202020204" pitchFamily="34" charset="0"/>
            </a:endParaRP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DOCUMENTOS</a:t>
            </a:r>
            <a:endParaRPr lang="es-ES" sz="2000" b="1" u="sng">
              <a:solidFill>
                <a:srgbClr val="FF5B35"/>
              </a:solidFill>
            </a:endParaRPr>
          </a:p>
        </p:txBody>
      </p:sp>
    </p:spTree>
    <p:extLst>
      <p:ext uri="{BB962C8B-B14F-4D97-AF65-F5344CB8AC3E}">
        <p14:creationId xmlns:p14="http://schemas.microsoft.com/office/powerpoint/2010/main" val="235726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3137932"/>
            <a:ext cx="9049512"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Maestro de documentos - Consulta origen: </a:t>
            </a: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Check</a:t>
            </a:r>
            <a:r>
              <a:rPr lang="es-ES" sz="1200">
                <a:effectLst/>
                <a:ea typeface="Times New Roman" panose="02020603050405020304" pitchFamily="18" charset="0"/>
                <a:cs typeface="Aptos" panose="020B0004020202020204" pitchFamily="34" charset="0"/>
              </a:rPr>
              <a:t> formación realizada - Consulta origen: </a:t>
            </a:r>
            <a:r>
              <a:rPr lang="es-ES" sz="1200" b="1" err="1">
                <a:effectLst/>
                <a:ea typeface="Times New Roman" panose="02020603050405020304" pitchFamily="18" charset="0"/>
                <a:cs typeface="Aptos" panose="020B0004020202020204" pitchFamily="34" charset="0"/>
              </a:rPr>
              <a:t>Check</a:t>
            </a:r>
            <a:r>
              <a:rPr lang="es-ES" sz="1200" b="1">
                <a:effectLst/>
                <a:ea typeface="Times New Roman" panose="02020603050405020304" pitchFamily="18" charset="0"/>
                <a:cs typeface="Aptos" panose="020B0004020202020204" pitchFamily="34" charset="0"/>
              </a:rPr>
              <a:t> Formación Obligatoria</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Directorio activo - Consulta origen: </a:t>
            </a:r>
            <a:r>
              <a:rPr lang="es-ES" sz="1200" b="1">
                <a:effectLst/>
                <a:ea typeface="Times New Roman" panose="02020603050405020304" pitchFamily="18" charset="0"/>
                <a:cs typeface="Aptos" panose="020B0004020202020204" pitchFamily="34" charset="0"/>
              </a:rPr>
              <a:t>Active </a:t>
            </a:r>
            <a:r>
              <a:rPr lang="es-ES" sz="1200" b="1" err="1">
                <a:effectLst/>
                <a:ea typeface="Times New Roman" panose="02020603050405020304" pitchFamily="18" charset="0"/>
                <a:cs typeface="Aptos" panose="020B0004020202020204" pitchFamily="34" charset="0"/>
              </a:rPr>
              <a:t>Directory</a:t>
            </a:r>
            <a:r>
              <a:rPr lang="es-ES" sz="1200" b="1">
                <a:effectLst/>
                <a:ea typeface="Times New Roman" panose="02020603050405020304" pitchFamily="18" charset="0"/>
                <a:cs typeface="Aptos" panose="020B0004020202020204" pitchFamily="34" charset="0"/>
              </a:rPr>
              <a:t> (WS)</a:t>
            </a: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WEB SERVICES</a:t>
            </a:r>
            <a:endParaRPr lang="es-ES" sz="2000" b="1" u="sng">
              <a:solidFill>
                <a:srgbClr val="FF5B35"/>
              </a:solidFill>
            </a:endParaRPr>
          </a:p>
        </p:txBody>
      </p:sp>
      <p:sp>
        <p:nvSpPr>
          <p:cNvPr id="4" name="Arrow: Left-Right 3">
            <a:extLst>
              <a:ext uri="{FF2B5EF4-FFF2-40B4-BE49-F238E27FC236}">
                <a16:creationId xmlns:a16="http://schemas.microsoft.com/office/drawing/2014/main" id="{AA921BD0-50FB-36F7-0BB5-FDFBCAE8E067}"/>
              </a:ext>
            </a:extLst>
          </p:cNvPr>
          <p:cNvSpPr/>
          <p:nvPr/>
        </p:nvSpPr>
        <p:spPr>
          <a:xfrm>
            <a:off x="94488" y="1261688"/>
            <a:ext cx="8986207" cy="1845471"/>
          </a:xfrm>
          <a:prstGeom prst="leftRightArrow">
            <a:avLst>
              <a:gd name="adj1" fmla="val 492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0" lvl="7" indent="-228600">
              <a:buFont typeface="Wingdings" panose="05000000000000000000" pitchFamily="2" charset="2"/>
              <a:buChar char=""/>
            </a:pPr>
            <a:r>
              <a:rPr lang="es-ES" sz="1200" b="1"/>
              <a:t>Empleados</a:t>
            </a:r>
          </a:p>
          <a:p>
            <a:pPr marL="3429000" lvl="7" indent="-228600">
              <a:buFont typeface="Wingdings" panose="05000000000000000000" pitchFamily="2" charset="2"/>
              <a:buChar char=""/>
            </a:pPr>
            <a:r>
              <a:rPr lang="es-ES" sz="1200" b="1"/>
              <a:t>Personas</a:t>
            </a:r>
          </a:p>
        </p:txBody>
      </p:sp>
    </p:spTree>
    <p:extLst>
      <p:ext uri="{BB962C8B-B14F-4D97-AF65-F5344CB8AC3E}">
        <p14:creationId xmlns:p14="http://schemas.microsoft.com/office/powerpoint/2010/main" val="1129493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62DCD-3C68-802C-E149-777850503ED2}"/>
              </a:ext>
            </a:extLst>
          </p:cNvPr>
          <p:cNvSpPr txBox="1"/>
          <p:nvPr/>
        </p:nvSpPr>
        <p:spPr>
          <a:xfrm>
            <a:off x="1142999" y="1203180"/>
            <a:ext cx="5696415" cy="2123658"/>
          </a:xfrm>
          <a:prstGeom prst="rect">
            <a:avLst/>
          </a:prstGeom>
          <a:noFill/>
        </p:spPr>
        <p:txBody>
          <a:bodyPr wrap="square">
            <a:spAutoFit/>
          </a:bodyPr>
          <a:lstStyle/>
          <a:p>
            <a:r>
              <a:rPr lang="es-ES_tradnl" sz="4400" b="1">
                <a:solidFill>
                  <a:srgbClr val="FFFFFF"/>
                </a:solidFill>
              </a:rPr>
              <a:t>DETALLE DE INTREGRACIONES EN SECURITAS</a:t>
            </a:r>
            <a:endParaRPr lang="es-ES" sz="4400" b="1">
              <a:solidFill>
                <a:srgbClr val="FFFFFF"/>
              </a:solidFill>
            </a:endParaRPr>
          </a:p>
        </p:txBody>
      </p:sp>
    </p:spTree>
    <p:extLst>
      <p:ext uri="{BB962C8B-B14F-4D97-AF65-F5344CB8AC3E}">
        <p14:creationId xmlns:p14="http://schemas.microsoft.com/office/powerpoint/2010/main" val="159377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del </a:t>
            </a:r>
            <a:r>
              <a:rPr lang="es-ES" sz="1200" b="1">
                <a:effectLst/>
                <a:ea typeface="Times New Roman" panose="02020603050405020304" pitchFamily="18" charset="0"/>
                <a:cs typeface="Aptos" panose="020B0004020202020204" pitchFamily="34" charset="0"/>
              </a:rPr>
              <a:t>catálogo </a:t>
            </a:r>
            <a:r>
              <a:rPr lang="es-ES" sz="1200">
                <a:effectLst/>
                <a:ea typeface="Times New Roman" panose="02020603050405020304" pitchFamily="18" charset="0"/>
                <a:cs typeface="Aptos" panose="020B0004020202020204" pitchFamily="34" charset="0"/>
              </a:rPr>
              <a:t>de España (Grupo </a:t>
            </a:r>
            <a:r>
              <a:rPr lang="es-ES" sz="1200" err="1">
                <a:effectLst/>
                <a:ea typeface="Times New Roman" panose="02020603050405020304" pitchFamily="18" charset="0"/>
                <a:cs typeface="Aptos" panose="020B0004020202020204" pitchFamily="34" charset="0"/>
              </a:rPr>
              <a:t>SQES_Catalogo_españa</a:t>
            </a:r>
            <a:r>
              <a:rPr lang="es-ES" sz="1200">
                <a:effectLst/>
                <a:ea typeface="Times New Roman" panose="02020603050405020304" pitchFamily="18" charset="0"/>
                <a:cs typeface="Aptos" panose="020B0004020202020204" pitchFamily="34" charset="0"/>
              </a:rPr>
              <a:t>) </a:t>
            </a:r>
            <a:endParaRPr lang="es-ES" sz="1100">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Employees_cat_incidencias</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sqes</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Securitas_Employees_coltecnologia_sqes</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Securitas_Employees_tipoactividad_sqes</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200">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a:effectLst/>
                <a:ea typeface="Times New Roman" panose="02020603050405020304" pitchFamily="18" charset="0"/>
                <a:cs typeface="Aptos" panose="020B0004020202020204" pitchFamily="34" charset="0"/>
              </a:rPr>
              <a:t>E</a:t>
            </a:r>
            <a:r>
              <a:rPr lang="es-ES" sz="1200">
                <a:ea typeface="Times New Roman" panose="02020603050405020304" pitchFamily="18" charset="0"/>
                <a:cs typeface="Aptos" panose="020B0004020202020204" pitchFamily="34" charset="0"/>
              </a:rPr>
              <a:t>n este momento estos datos no los consume ningún sistema</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Exportación nocturna diaria de tablas de catálogo localizadas para España</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endParaRPr lang="es-ES" sz="1200">
              <a:effectLst/>
              <a:ea typeface="Times New Roman" panose="02020603050405020304" pitchFamily="18" charset="0"/>
              <a:cs typeface="Aptos" panose="020B0004020202020204" pitchFamily="34" charset="0"/>
            </a:endParaRPr>
          </a:p>
          <a:p>
            <a:pPr lvl="2"/>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
        <p:nvSpPr>
          <p:cNvPr id="4" name="Rectangle 2">
            <a:extLst>
              <a:ext uri="{FF2B5EF4-FFF2-40B4-BE49-F238E27FC236}">
                <a16:creationId xmlns:a16="http://schemas.microsoft.com/office/drawing/2014/main" id="{B3864721-026B-C4C5-63E3-9D269357ED77}"/>
              </a:ext>
            </a:extLst>
          </p:cNvPr>
          <p:cNvSpPr>
            <a:spLocks noChangeArrowheads="1"/>
          </p:cNvSpPr>
          <p:nvPr/>
        </p:nvSpPr>
        <p:spPr bwMode="auto">
          <a:xfrm>
            <a:off x="776868" y="34382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chemeClr val="tx1"/>
                </a:solidFill>
                <a:effectLst/>
                <a:latin typeface="Arial" panose="020B0604020202020204" pitchFamily="34" charset="0"/>
                <a:hlinkClick r:id="rId4"/>
              </a:rPr>
              <a:t>SQ_Diseño_Export_Datos_Empleados_v3.4_España.docx</a:t>
            </a:r>
            <a:endParaRPr kumimoji="0" lang="es-ES" altLang="es-E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917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 </a:t>
            </a:r>
            <a:r>
              <a:rPr lang="es-ES" sz="1200" b="1">
                <a:effectLst/>
                <a:ea typeface="Times New Roman" panose="02020603050405020304" pitchFamily="18" charset="0"/>
                <a:cs typeface="Aptos" panose="020B0004020202020204" pitchFamily="34" charset="0"/>
              </a:rPr>
              <a:t>empleados</a:t>
            </a:r>
            <a:r>
              <a:rPr lang="es-ES" sz="1200">
                <a:effectLst/>
                <a:ea typeface="Times New Roman" panose="02020603050405020304" pitchFamily="18" charset="0"/>
                <a:cs typeface="Aptos" panose="020B0004020202020204" pitchFamily="34" charset="0"/>
              </a:rPr>
              <a:t>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100" err="1">
                <a:effectLst/>
                <a:ea typeface="Aptos" panose="020B0004020202020204" pitchFamily="34" charset="0"/>
                <a:cs typeface="Aptos" panose="020B0004020202020204" pitchFamily="34" charset="0"/>
              </a:rPr>
              <a:t>Empleados_modificaciones</a:t>
            </a:r>
            <a:r>
              <a:rPr lang="es-ES" sz="1100">
                <a:effectLst/>
                <a:ea typeface="Aptos" panose="020B0004020202020204" pitchFamily="34" charset="0"/>
                <a:cs typeface="Aptos" panose="020B0004020202020204" pitchFamily="34" charset="0"/>
              </a:rPr>
              <a:t> a </a:t>
            </a:r>
            <a:r>
              <a:rPr lang="es-ES" sz="1100" err="1">
                <a:effectLst/>
                <a:ea typeface="Aptos" panose="020B0004020202020204" pitchFamily="34" charset="0"/>
                <a:cs typeface="Aptos" panose="020B0004020202020204" pitchFamily="34" charset="0"/>
              </a:rPr>
              <a:t>futuro_SQES</a:t>
            </a:r>
            <a:endParaRPr lang="es-ES" sz="1100">
              <a:effectLst/>
              <a:ea typeface="Aptos" panose="020B0004020202020204" pitchFamily="34" charset="0"/>
              <a:cs typeface="Aptos" panose="020B0004020202020204" pitchFamily="34" charset="0"/>
            </a:endParaRPr>
          </a:p>
          <a:p>
            <a:pPr marL="1143000" lvl="2" indent="-228600">
              <a:buFont typeface="Wingdings" panose="05000000000000000000" pitchFamily="2" charset="2"/>
              <a:buChar char=""/>
            </a:pPr>
            <a:r>
              <a:rPr lang="es-ES" sz="1100">
                <a:effectLst/>
                <a:ea typeface="Aptos" panose="020B0004020202020204" pitchFamily="34" charset="0"/>
                <a:cs typeface="Aptos" panose="020B0004020202020204" pitchFamily="34" charset="0"/>
              </a:rPr>
              <a:t>Maestro </a:t>
            </a:r>
            <a:r>
              <a:rPr lang="es-ES" sz="1100" err="1">
                <a:effectLst/>
                <a:ea typeface="Aptos" panose="020B0004020202020204" pitchFamily="34" charset="0"/>
                <a:cs typeface="Aptos" panose="020B0004020202020204" pitchFamily="34" charset="0"/>
              </a:rPr>
              <a:t>Arbol</a:t>
            </a:r>
            <a:r>
              <a:rPr lang="es-ES" sz="1100">
                <a:effectLst/>
                <a:ea typeface="Aptos" panose="020B0004020202020204" pitchFamily="34" charset="0"/>
                <a:cs typeface="Aptos" panose="020B0004020202020204" pitchFamily="34" charset="0"/>
              </a:rPr>
              <a:t> Lugares de </a:t>
            </a:r>
            <a:r>
              <a:rPr lang="es-ES" sz="1100" err="1">
                <a:effectLst/>
                <a:ea typeface="Aptos" panose="020B0004020202020204" pitchFamily="34" charset="0"/>
                <a:cs typeface="Aptos" panose="020B0004020202020204" pitchFamily="34" charset="0"/>
              </a:rPr>
              <a:t>trabajo_SQES</a:t>
            </a:r>
            <a:endParaRPr lang="es-ES" sz="1100">
              <a:effectLst/>
              <a:ea typeface="Aptos" panose="020B0004020202020204" pitchFamily="34" charset="0"/>
              <a:cs typeface="Aptos" panose="020B0004020202020204" pitchFamily="34" charset="0"/>
            </a:endParaRPr>
          </a:p>
          <a:p>
            <a:pPr marL="1143000" lvl="2" indent="-228600">
              <a:buFont typeface="Wingdings" panose="05000000000000000000" pitchFamily="2" charset="2"/>
              <a:buChar char=""/>
            </a:pPr>
            <a:r>
              <a:rPr lang="es-ES" sz="1100" err="1">
                <a:effectLst/>
                <a:ea typeface="Aptos" panose="020B0004020202020204" pitchFamily="34" charset="0"/>
                <a:cs typeface="Aptos" panose="020B0004020202020204" pitchFamily="34" charset="0"/>
              </a:rPr>
              <a:t>Empleados_Borrados</a:t>
            </a:r>
            <a:endParaRPr lang="es-ES" sz="1100">
              <a:effectLst/>
              <a:ea typeface="Aptos" panose="020B0004020202020204" pitchFamily="34" charset="0"/>
              <a:cs typeface="Aptos" panose="020B0004020202020204" pitchFamily="34" charset="0"/>
            </a:endParaRPr>
          </a:p>
          <a:p>
            <a:pPr lvl="2"/>
            <a:endParaRPr lang="es-ES" sz="11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100" b="1">
                <a:effectLst/>
                <a:ea typeface="Times New Roman" panose="02020603050405020304" pitchFamily="18" charset="0"/>
                <a:cs typeface="Aptos" panose="020B0004020202020204" pitchFamily="34" charset="0"/>
              </a:rPr>
              <a:t>Destino: </a:t>
            </a:r>
            <a:r>
              <a:rPr lang="es-ES" sz="1100" err="1">
                <a:effectLst/>
                <a:ea typeface="Times New Roman" panose="02020603050405020304" pitchFamily="18" charset="0"/>
                <a:cs typeface="Aptos" panose="020B0004020202020204" pitchFamily="34" charset="0"/>
              </a:rPr>
              <a:t>Planner</a:t>
            </a:r>
            <a:r>
              <a:rPr lang="es-ES" sz="1100">
                <a:effectLst/>
                <a:ea typeface="Times New Roman" panose="02020603050405020304" pitchFamily="18" charset="0"/>
                <a:cs typeface="Aptos" panose="020B0004020202020204" pitchFamily="34" charset="0"/>
              </a:rPr>
              <a:t> </a:t>
            </a:r>
            <a:r>
              <a:rPr lang="es-ES" sz="1100">
                <a:ea typeface="Times New Roman" panose="02020603050405020304" pitchFamily="18" charset="0"/>
                <a:cs typeface="Aptos" panose="020B0004020202020204" pitchFamily="34" charset="0"/>
              </a:rPr>
              <a:t>(</a:t>
            </a:r>
            <a:r>
              <a:rPr lang="es-ES" sz="1100" err="1">
                <a:ea typeface="Times New Roman" panose="02020603050405020304" pitchFamily="18" charset="0"/>
                <a:cs typeface="Aptos" panose="020B0004020202020204" pitchFamily="34" charset="0"/>
              </a:rPr>
              <a:t>via</a:t>
            </a:r>
            <a:r>
              <a:rPr lang="es-ES" sz="1100">
                <a:ea typeface="Times New Roman" panose="02020603050405020304" pitchFamily="18" charset="0"/>
                <a:cs typeface="Aptos" panose="020B0004020202020204" pitchFamily="34" charset="0"/>
              </a:rPr>
              <a:t> la PI)</a:t>
            </a:r>
            <a:r>
              <a:rPr lang="es-ES" sz="1100">
                <a:effectLst/>
                <a:ea typeface="Times New Roman" panose="02020603050405020304" pitchFamily="18" charset="0"/>
                <a:cs typeface="Aptos" panose="020B0004020202020204" pitchFamily="34" charset="0"/>
              </a:rPr>
              <a:t> (D)</a:t>
            </a:r>
            <a:r>
              <a:rPr lang="es-ES" sz="1100">
                <a:ea typeface="Times New Roman" panose="02020603050405020304" pitchFamily="18" charset="0"/>
                <a:cs typeface="Aptos" panose="020B0004020202020204" pitchFamily="34" charset="0"/>
              </a:rPr>
              <a:t>, </a:t>
            </a:r>
            <a:r>
              <a:rPr lang="es-ES" sz="1100" err="1">
                <a:ea typeface="Times New Roman" panose="02020603050405020304" pitchFamily="18" charset="0"/>
                <a:cs typeface="Aptos" panose="020B0004020202020204" pitchFamily="34" charset="0"/>
              </a:rPr>
              <a:t>Woffu</a:t>
            </a:r>
            <a:r>
              <a:rPr lang="es-ES" sz="1100">
                <a:ea typeface="Times New Roman" panose="02020603050405020304" pitchFamily="18" charset="0"/>
                <a:cs typeface="Aptos" panose="020B0004020202020204" pitchFamily="34" charset="0"/>
              </a:rPr>
              <a:t> (</a:t>
            </a:r>
            <a:r>
              <a:rPr lang="es-ES" sz="1100" err="1">
                <a:ea typeface="Times New Roman" panose="02020603050405020304" pitchFamily="18" charset="0"/>
                <a:cs typeface="Aptos" panose="020B0004020202020204" pitchFamily="34" charset="0"/>
              </a:rPr>
              <a:t>via</a:t>
            </a:r>
            <a:r>
              <a:rPr lang="es-ES" sz="1100">
                <a:ea typeface="Times New Roman" panose="02020603050405020304" pitchFamily="18" charset="0"/>
                <a:cs typeface="Aptos" panose="020B0004020202020204" pitchFamily="34" charset="0"/>
              </a:rPr>
              <a:t> la PI) (I), El ERP Futuro </a:t>
            </a:r>
            <a:endParaRPr lang="es-ES" sz="11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ffectLst/>
                <a:ea typeface="Times New Roman" panose="02020603050405020304" pitchFamily="18" charset="0"/>
                <a:cs typeface="Aptos" panose="020B0004020202020204" pitchFamily="34" charset="0"/>
              </a:rPr>
              <a:t>Comentarios:  </a:t>
            </a:r>
            <a:r>
              <a:rPr lang="es-ES" sz="1100" err="1">
                <a:effectLst/>
                <a:ea typeface="Times New Roman" panose="02020603050405020304" pitchFamily="18" charset="0"/>
                <a:cs typeface="Aptos" panose="020B0004020202020204" pitchFamily="34" charset="0"/>
              </a:rPr>
              <a:t>Exportacion</a:t>
            </a:r>
            <a:r>
              <a:rPr lang="es-ES" sz="1100">
                <a:effectLst/>
                <a:ea typeface="Times New Roman" panose="02020603050405020304" pitchFamily="18" charset="0"/>
                <a:cs typeface="Aptos" panose="020B0004020202020204" pitchFamily="34" charset="0"/>
              </a:rPr>
              <a:t> de </a:t>
            </a:r>
            <a:r>
              <a:rPr lang="es-ES" sz="1100" err="1">
                <a:effectLst/>
                <a:ea typeface="Times New Roman" panose="02020603050405020304" pitchFamily="18" charset="0"/>
                <a:cs typeface="Aptos" panose="020B0004020202020204" pitchFamily="34" charset="0"/>
              </a:rPr>
              <a:t>movimentos</a:t>
            </a:r>
            <a:r>
              <a:rPr lang="es-ES" sz="1100">
                <a:effectLst/>
                <a:ea typeface="Times New Roman" panose="02020603050405020304" pitchFamily="18" charset="0"/>
                <a:cs typeface="Aptos" panose="020B0004020202020204" pitchFamily="34" charset="0"/>
              </a:rPr>
              <a:t> de empleados. Las altas o prealtas las envía en cuanto se graban, los cambios el día que son efectivos. Y los borrados salen en un archivo distinto. Los lugares de trabajo tienen una jerarquía 1CC (El raíz</a:t>
            </a:r>
            <a:r>
              <a:rPr lang="es-ES" sz="1100">
                <a:ea typeface="Times New Roman" panose="02020603050405020304" pitchFamily="18" charset="0"/>
                <a:cs typeface="Aptos" panose="020B0004020202020204" pitchFamily="34" charset="0"/>
              </a:rPr>
              <a:t> de España), el 1 que es el que se envía a nómina y el 1CC que es el que tienen gran parte de los empleados, bien pues tenemos una segunda exportación de que es el  </a:t>
            </a:r>
            <a:r>
              <a:rPr lang="es-ES" sz="1100">
                <a:effectLst/>
                <a:ea typeface="Aptos" panose="020B0004020202020204" pitchFamily="34" charset="0"/>
                <a:cs typeface="Aptos" panose="020B0004020202020204" pitchFamily="34" charset="0"/>
              </a:rPr>
              <a:t>Maestro </a:t>
            </a:r>
            <a:r>
              <a:rPr lang="es-ES" sz="1100" err="1">
                <a:effectLst/>
                <a:ea typeface="Aptos" panose="020B0004020202020204" pitchFamily="34" charset="0"/>
                <a:cs typeface="Aptos" panose="020B0004020202020204" pitchFamily="34" charset="0"/>
              </a:rPr>
              <a:t>Arbol</a:t>
            </a:r>
            <a:r>
              <a:rPr lang="es-ES" sz="1100">
                <a:effectLst/>
                <a:ea typeface="Aptos" panose="020B0004020202020204" pitchFamily="34" charset="0"/>
                <a:cs typeface="Aptos" panose="020B0004020202020204" pitchFamily="34" charset="0"/>
              </a:rPr>
              <a:t> Lugares de </a:t>
            </a:r>
            <a:r>
              <a:rPr lang="es-ES" sz="1100" err="1">
                <a:effectLst/>
                <a:ea typeface="Aptos" panose="020B0004020202020204" pitchFamily="34" charset="0"/>
                <a:cs typeface="Aptos" panose="020B0004020202020204" pitchFamily="34" charset="0"/>
              </a:rPr>
              <a:t>trabajo_SQES</a:t>
            </a:r>
            <a:r>
              <a:rPr lang="es-ES" sz="1100">
                <a:effectLst/>
                <a:ea typeface="Aptos" panose="020B0004020202020204" pitchFamily="34" charset="0"/>
                <a:cs typeface="Aptos" panose="020B0004020202020204" pitchFamily="34" charset="0"/>
              </a:rPr>
              <a:t> para con un </a:t>
            </a:r>
            <a:r>
              <a:rPr lang="es-ES" sz="1100" err="1">
                <a:effectLst/>
                <a:ea typeface="Aptos" panose="020B0004020202020204" pitchFamily="34" charset="0"/>
                <a:cs typeface="Aptos" panose="020B0004020202020204" pitchFamily="34" charset="0"/>
              </a:rPr>
              <a:t>talend</a:t>
            </a:r>
            <a:r>
              <a:rPr lang="es-ES" sz="1100">
                <a:effectLst/>
                <a:ea typeface="Aptos" panose="020B0004020202020204" pitchFamily="34" charset="0"/>
                <a:cs typeface="Aptos" panose="020B0004020202020204" pitchFamily="34" charset="0"/>
              </a:rPr>
              <a:t> mezclar amba</a:t>
            </a:r>
            <a:r>
              <a:rPr lang="es-ES" sz="1100">
                <a:ea typeface="Aptos" panose="020B0004020202020204" pitchFamily="34" charset="0"/>
                <a:cs typeface="Aptos" panose="020B0004020202020204" pitchFamily="34" charset="0"/>
              </a:rPr>
              <a:t>s exportaciones y enviar el mismo lugar de trabajo que se envía a nómina en el conector</a:t>
            </a:r>
            <a:endParaRPr lang="es-ES" sz="11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a typeface="Times New Roman" panose="02020603050405020304" pitchFamily="18" charset="0"/>
                <a:cs typeface="Aptos" panose="020B0004020202020204" pitchFamily="34" charset="0"/>
              </a:rPr>
              <a:t>Documentación:</a:t>
            </a:r>
            <a:endParaRPr lang="es-ES" sz="11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
        <p:nvSpPr>
          <p:cNvPr id="2" name="Rectangle 2">
            <a:extLst>
              <a:ext uri="{FF2B5EF4-FFF2-40B4-BE49-F238E27FC236}">
                <a16:creationId xmlns:a16="http://schemas.microsoft.com/office/drawing/2014/main" id="{0F37659B-A00C-0031-B27F-B3755CBA2710}"/>
              </a:ext>
            </a:extLst>
          </p:cNvPr>
          <p:cNvSpPr>
            <a:spLocks noChangeArrowheads="1"/>
          </p:cNvSpPr>
          <p:nvPr/>
        </p:nvSpPr>
        <p:spPr bwMode="auto">
          <a:xfrm>
            <a:off x="1996068" y="36613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chemeClr val="tx1"/>
                </a:solidFill>
                <a:effectLst/>
                <a:latin typeface="Arial" panose="020B0604020202020204" pitchFamily="34" charset="0"/>
                <a:hlinkClick r:id="rId4"/>
              </a:rPr>
              <a:t>SQ_Diseño_Export_Datos_Empleados_v3.4_España.docx</a:t>
            </a:r>
            <a:endParaRPr kumimoji="0" lang="es-ES" altLang="es-E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2157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para </a:t>
            </a:r>
            <a:r>
              <a:rPr lang="es-ES" sz="1200" b="1">
                <a:effectLst/>
                <a:ea typeface="Times New Roman" panose="02020603050405020304" pitchFamily="18" charset="0"/>
                <a:cs typeface="Aptos" panose="020B0004020202020204" pitchFamily="34" charset="0"/>
              </a:rPr>
              <a:t>importación del alias </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Integracion</a:t>
            </a:r>
            <a:r>
              <a:rPr lang="es-ES" sz="1200">
                <a:effectLst/>
                <a:ea typeface="Times New Roman" panose="02020603050405020304" pitchFamily="18" charset="0"/>
                <a:cs typeface="Aptos" panose="020B0004020202020204" pitchFamily="34" charset="0"/>
              </a:rPr>
              <a:t> con el AD (</a:t>
            </a:r>
            <a:r>
              <a:rPr lang="es-ES" sz="1200" err="1">
                <a:effectLst/>
                <a:ea typeface="Times New Roman" panose="02020603050405020304" pitchFamily="18" charset="0"/>
                <a:cs typeface="Aptos" panose="020B0004020202020204" pitchFamily="34" charset="0"/>
              </a:rPr>
              <a:t>Gupo</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SQES_SQES_Alias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Importación de alias</a:t>
            </a:r>
          </a:p>
          <a:p>
            <a:pPr marL="1143000" lvl="2" indent="-228600">
              <a:buFont typeface="Wingdings" panose="05000000000000000000" pitchFamily="2" charset="2"/>
              <a:buChar char=""/>
            </a:pPr>
            <a:endParaRPr lang="es-ES" sz="1200">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a:effectLst/>
                <a:ea typeface="Times New Roman" panose="02020603050405020304" pitchFamily="18" charset="0"/>
                <a:cs typeface="Aptos" panose="020B0004020202020204" pitchFamily="34" charset="0"/>
              </a:rPr>
              <a:t>PeopleNet Global</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err="1">
                <a:effectLst/>
                <a:ea typeface="Times New Roman" panose="02020603050405020304" pitchFamily="18" charset="0"/>
                <a:cs typeface="Aptos" panose="020B0004020202020204" pitchFamily="34" charset="0"/>
              </a:rPr>
              <a:t>Export</a:t>
            </a:r>
            <a:r>
              <a:rPr lang="es-ES" sz="1200">
                <a:effectLst/>
                <a:ea typeface="Times New Roman" panose="02020603050405020304" pitchFamily="18" charset="0"/>
                <a:cs typeface="Aptos" panose="020B0004020202020204" pitchFamily="34" charset="0"/>
              </a:rPr>
              <a:t> que se utiliza para alimentar la plantilla de carga de Alias  con el email de tipo profesional. El email de tipo profesional se alimenta </a:t>
            </a:r>
            <a:r>
              <a:rPr lang="es-ES" sz="1200" err="1">
                <a:effectLst/>
                <a:ea typeface="Times New Roman" panose="02020603050405020304" pitchFamily="18" charset="0"/>
                <a:cs typeface="Aptos" panose="020B0004020202020204" pitchFamily="34" charset="0"/>
              </a:rPr>
              <a:t>via</a:t>
            </a:r>
            <a:r>
              <a:rPr lang="es-ES" sz="1200">
                <a:effectLst/>
                <a:ea typeface="Times New Roman" panose="02020603050405020304" pitchFamily="18" charset="0"/>
                <a:cs typeface="Aptos" panose="020B0004020202020204" pitchFamily="34" charset="0"/>
              </a:rPr>
              <a:t> WS a la creación de altas o prealtas</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Times New Roman" panose="02020603050405020304" pitchFamily="18" charset="0"/>
              <a:cs typeface="Aptos" panose="020B0004020202020204" pitchFamily="34" charset="0"/>
            </a:endParaRPr>
          </a:p>
          <a:p>
            <a:pPr lvl="2"/>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480070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 </a:t>
            </a:r>
            <a:r>
              <a:rPr lang="es-ES" sz="1200" b="1">
                <a:effectLst/>
                <a:ea typeface="Times New Roman" panose="02020603050405020304" pitchFamily="18" charset="0"/>
                <a:cs typeface="Aptos" panose="020B0004020202020204" pitchFamily="34" charset="0"/>
              </a:rPr>
              <a:t>empleados para el LMS </a:t>
            </a:r>
            <a:r>
              <a:rPr lang="es-ES" sz="1200">
                <a:effectLst/>
                <a:ea typeface="Times New Roman" panose="02020603050405020304" pitchFamily="18" charset="0"/>
                <a:cs typeface="Aptos" panose="020B0004020202020204" pitchFamily="34" charset="0"/>
              </a:rPr>
              <a:t>(Grupo SQES_LMS)</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LMS SQES</a:t>
            </a:r>
          </a:p>
          <a:p>
            <a:pPr lvl="1"/>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100" b="1">
                <a:effectLst/>
                <a:ea typeface="Times New Roman" panose="02020603050405020304" pitchFamily="18" charset="0"/>
                <a:cs typeface="Aptos" panose="020B0004020202020204" pitchFamily="34" charset="0"/>
              </a:rPr>
              <a:t>Destino: </a:t>
            </a:r>
            <a:r>
              <a:rPr lang="es-ES" sz="1100">
                <a:effectLst/>
                <a:ea typeface="Times New Roman" panose="02020603050405020304" pitchFamily="18" charset="0"/>
                <a:cs typeface="Aptos" panose="020B0004020202020204" pitchFamily="34" charset="0"/>
              </a:rPr>
              <a:t>LMS de Securitas </a:t>
            </a:r>
            <a:r>
              <a:rPr lang="es-ES" sz="1100">
                <a:ea typeface="Times New Roman" panose="02020603050405020304" pitchFamily="18" charset="0"/>
                <a:cs typeface="Aptos" panose="020B0004020202020204" pitchFamily="34" charset="0"/>
              </a:rPr>
              <a:t>(</a:t>
            </a:r>
            <a:r>
              <a:rPr lang="es-ES" sz="1100" err="1">
                <a:ea typeface="Times New Roman" panose="02020603050405020304" pitchFamily="18" charset="0"/>
                <a:cs typeface="Aptos" panose="020B0004020202020204" pitchFamily="34" charset="0"/>
              </a:rPr>
              <a:t>via</a:t>
            </a:r>
            <a:r>
              <a:rPr lang="es-ES" sz="1100">
                <a:ea typeface="Times New Roman" panose="02020603050405020304" pitchFamily="18" charset="0"/>
                <a:cs typeface="Aptos" panose="020B0004020202020204" pitchFamily="34" charset="0"/>
              </a:rPr>
              <a:t> la PI) </a:t>
            </a:r>
            <a:endParaRPr lang="es-ES" sz="11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ffectLst/>
                <a:ea typeface="Times New Roman" panose="02020603050405020304" pitchFamily="18" charset="0"/>
                <a:cs typeface="Aptos" panose="020B0004020202020204" pitchFamily="34" charset="0"/>
              </a:rPr>
              <a:t>Comentarios: </a:t>
            </a:r>
            <a:r>
              <a:rPr lang="es-ES" sz="1100" err="1">
                <a:effectLst/>
                <a:ea typeface="Times New Roman" panose="02020603050405020304" pitchFamily="18" charset="0"/>
                <a:cs typeface="Aptos" panose="020B0004020202020204" pitchFamily="34" charset="0"/>
              </a:rPr>
              <a:t>Exportacion</a:t>
            </a:r>
            <a:r>
              <a:rPr lang="es-ES" sz="1100">
                <a:effectLst/>
                <a:ea typeface="Times New Roman" panose="02020603050405020304" pitchFamily="18" charset="0"/>
                <a:cs typeface="Aptos" panose="020B0004020202020204" pitchFamily="34" charset="0"/>
              </a:rPr>
              <a:t> de </a:t>
            </a:r>
            <a:r>
              <a:rPr lang="es-ES" sz="1100" err="1">
                <a:effectLst/>
                <a:ea typeface="Times New Roman" panose="02020603050405020304" pitchFamily="18" charset="0"/>
                <a:cs typeface="Aptos" panose="020B0004020202020204" pitchFamily="34" charset="0"/>
              </a:rPr>
              <a:t>movimentos</a:t>
            </a:r>
            <a:r>
              <a:rPr lang="es-ES" sz="1100">
                <a:effectLst/>
                <a:ea typeface="Times New Roman" panose="02020603050405020304" pitchFamily="18" charset="0"/>
                <a:cs typeface="Aptos" panose="020B0004020202020204" pitchFamily="34" charset="0"/>
              </a:rPr>
              <a:t> de empleados. Las altas o prealtas las envía en cuanto se graban, los cambios el día que son efectivos</a:t>
            </a:r>
            <a:endParaRPr lang="es-ES" sz="11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a typeface="Times New Roman" panose="02020603050405020304" pitchFamily="18" charset="0"/>
                <a:cs typeface="Aptos" panose="020B0004020202020204" pitchFamily="34" charset="0"/>
              </a:rPr>
              <a:t>Documentación:</a:t>
            </a:r>
            <a:endParaRPr lang="es-ES" sz="11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
        <p:nvSpPr>
          <p:cNvPr id="2" name="Rectangle 1">
            <a:extLst>
              <a:ext uri="{FF2B5EF4-FFF2-40B4-BE49-F238E27FC236}">
                <a16:creationId xmlns:a16="http://schemas.microsoft.com/office/drawing/2014/main" id="{81BE92DF-6DFE-1CA9-765F-1A1636C4FC89}"/>
              </a:ext>
            </a:extLst>
          </p:cNvPr>
          <p:cNvSpPr>
            <a:spLocks noChangeArrowheads="1"/>
          </p:cNvSpPr>
          <p:nvPr/>
        </p:nvSpPr>
        <p:spPr bwMode="auto">
          <a:xfrm>
            <a:off x="617034" y="342714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chemeClr val="tx1"/>
                </a:solidFill>
                <a:effectLst/>
                <a:latin typeface="Arial" panose="020B0604020202020204" pitchFamily="34" charset="0"/>
                <a:hlinkClick r:id="rId4"/>
              </a:rPr>
              <a:t>SQ_Diseño_Export_Datos_Empleados_Formación_ABM_v2.docx</a:t>
            </a:r>
            <a:endParaRPr kumimoji="0" lang="es-ES" altLang="es-E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0220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para </a:t>
            </a:r>
            <a:r>
              <a:rPr lang="es-ES" sz="1200" b="1">
                <a:effectLst/>
                <a:ea typeface="Times New Roman" panose="02020603050405020304" pitchFamily="18" charset="0"/>
                <a:cs typeface="Aptos" panose="020B0004020202020204" pitchFamily="34" charset="0"/>
              </a:rPr>
              <a:t>controles</a:t>
            </a:r>
            <a:r>
              <a:rPr lang="es-ES" sz="1200">
                <a:effectLst/>
                <a:ea typeface="Times New Roman" panose="02020603050405020304" pitchFamily="18" charset="0"/>
                <a:cs typeface="Aptos" panose="020B0004020202020204" pitchFamily="34" charset="0"/>
              </a:rPr>
              <a:t> de Securitas</a:t>
            </a: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BI_Contratos_SQES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BI_Jornadas_SQES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BI_Guarda_legal_SQES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BI_Persona_SQES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BI_Periodo_SQES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BI_WorkUnit_SQES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BI_Discapacidad</a:t>
            </a:r>
            <a:r>
              <a:rPr lang="es-ES" sz="800">
                <a:effectLst/>
                <a:ea typeface="Times New Roman" panose="02020603050405020304" pitchFamily="18" charset="0"/>
                <a:cs typeface="Aptos" panose="020B0004020202020204" pitchFamily="34" charset="0"/>
              </a:rPr>
              <a:t> _SQES</a:t>
            </a: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BI_Empresa_SQES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BI_Categoria_SQES</a:t>
            </a:r>
            <a:endParaRPr lang="es-ES" sz="8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800" err="1">
                <a:effectLst/>
                <a:ea typeface="Times New Roman" panose="02020603050405020304" pitchFamily="18" charset="0"/>
                <a:cs typeface="Aptos" panose="020B0004020202020204" pitchFamily="34" charset="0"/>
              </a:rPr>
              <a:t>BI_ResponsableWU_SQES</a:t>
            </a:r>
            <a:endParaRPr lang="es-ES" sz="800">
              <a:effectLst/>
              <a:ea typeface="Times New Roman" panose="02020603050405020304" pitchFamily="18" charset="0"/>
              <a:cs typeface="Aptos" panose="020B0004020202020204" pitchFamily="34" charset="0"/>
            </a:endParaRPr>
          </a:p>
          <a:p>
            <a:pPr lvl="1"/>
            <a:endParaRPr lang="es-ES" sz="1200">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a:effectLst/>
                <a:ea typeface="Times New Roman" panose="02020603050405020304" pitchFamily="18" charset="0"/>
                <a:cs typeface="Aptos" panose="020B0004020202020204" pitchFamily="34" charset="0"/>
              </a:rPr>
              <a:t>Sistema Tipo BI de Securitas</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Exportaciones hechas por un ex-Meta4 de </a:t>
            </a:r>
            <a:r>
              <a:rPr lang="es-ES" sz="1200" err="1">
                <a:effectLst/>
                <a:ea typeface="Times New Roman" panose="02020603050405020304" pitchFamily="18" charset="0"/>
                <a:cs typeface="Aptos" panose="020B0004020202020204" pitchFamily="34" charset="0"/>
              </a:rPr>
              <a:t>Mexico</a:t>
            </a:r>
            <a:r>
              <a:rPr lang="es-ES" sz="1200">
                <a:effectLst/>
                <a:ea typeface="Times New Roman" panose="02020603050405020304" pitchFamily="18" charset="0"/>
                <a:cs typeface="Aptos" panose="020B0004020202020204" pitchFamily="34" charset="0"/>
              </a:rPr>
              <a:t> que trabaja para Securitas. </a:t>
            </a:r>
            <a:r>
              <a:rPr lang="es-ES" sz="1200">
                <a:ea typeface="Times New Roman" panose="02020603050405020304" pitchFamily="18" charset="0"/>
                <a:cs typeface="Aptos" panose="020B0004020202020204" pitchFamily="34" charset="0"/>
              </a:rPr>
              <a:t>Tienen como fin alimentar un sistema de alertas que simulan los controles de datos que tenía Securitas en el </a:t>
            </a:r>
            <a:r>
              <a:rPr lang="es-ES" sz="1200" err="1">
                <a:ea typeface="Times New Roman" panose="02020603050405020304" pitchFamily="18" charset="0"/>
                <a:cs typeface="Aptos" panose="020B0004020202020204" pitchFamily="34" charset="0"/>
              </a:rPr>
              <a:t>On</a:t>
            </a:r>
            <a:r>
              <a:rPr lang="es-ES" sz="1200">
                <a:ea typeface="Times New Roman" panose="02020603050405020304" pitchFamily="18" charset="0"/>
                <a:cs typeface="Aptos" panose="020B0004020202020204" pitchFamily="34" charset="0"/>
              </a:rPr>
              <a:t> Premise</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No hay, desarrollo de Securitas</a:t>
            </a:r>
            <a:endParaRPr lang="es-ES" sz="1200">
              <a:effectLst/>
              <a:ea typeface="Times New Roman" panose="02020603050405020304" pitchFamily="18"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606241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certificados y Licencias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Borrados Certificados y </a:t>
            </a:r>
            <a:r>
              <a:rPr lang="es-ES" sz="1200" err="1">
                <a:effectLst/>
                <a:ea typeface="Times New Roman" panose="02020603050405020304" pitchFamily="18" charset="0"/>
                <a:cs typeface="Aptos" panose="020B0004020202020204" pitchFamily="34" charset="0"/>
              </a:rPr>
              <a:t>Licencias_SQES</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Certificados y </a:t>
            </a:r>
            <a:r>
              <a:rPr lang="es-ES" sz="1200" err="1">
                <a:effectLst/>
                <a:ea typeface="Times New Roman" panose="02020603050405020304" pitchFamily="18" charset="0"/>
                <a:cs typeface="Aptos" panose="020B0004020202020204" pitchFamily="34" charset="0"/>
              </a:rPr>
              <a:t>Licencias_SQES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Via</a:t>
            </a:r>
            <a:r>
              <a:rPr lang="es-ES" sz="1200">
                <a:effectLst/>
                <a:ea typeface="Times New Roman" panose="02020603050405020304" pitchFamily="18" charset="0"/>
                <a:cs typeface="Aptos" panose="020B0004020202020204" pitchFamily="34" charset="0"/>
              </a:rPr>
              <a:t> la PI)</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err="1">
                <a:effectLst/>
                <a:ea typeface="Times New Roman" panose="02020603050405020304" pitchFamily="18" charset="0"/>
                <a:cs typeface="Aptos" panose="020B0004020202020204" pitchFamily="34" charset="0"/>
              </a:rPr>
              <a:t>Exportacion</a:t>
            </a:r>
            <a:r>
              <a:rPr lang="es-ES" sz="1200">
                <a:effectLst/>
                <a:ea typeface="Times New Roman" panose="02020603050405020304" pitchFamily="18" charset="0"/>
                <a:cs typeface="Aptos" panose="020B0004020202020204" pitchFamily="34" charset="0"/>
              </a:rPr>
              <a:t> de movimientos de certificados y </a:t>
            </a:r>
            <a:r>
              <a:rPr lang="es-ES" sz="1200" err="1">
                <a:effectLst/>
                <a:ea typeface="Times New Roman" panose="02020603050405020304" pitchFamily="18" charset="0"/>
                <a:cs typeface="Aptos" panose="020B0004020202020204" pitchFamily="34" charset="0"/>
              </a:rPr>
              <a:t>Lincencias</a:t>
            </a:r>
            <a:r>
              <a:rPr lang="es-ES" sz="1200">
                <a:ea typeface="Times New Roman" panose="02020603050405020304" pitchFamily="18" charset="0"/>
                <a:cs typeface="Aptos" panose="020B0004020202020204" pitchFamily="34" charset="0"/>
              </a:rPr>
              <a:t>, 2 archivos porque los borrados tiene otro formato de archivo</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Times New Roman" panose="02020603050405020304" pitchFamily="18"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239167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propiedades de la compañía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Via</a:t>
            </a:r>
            <a:r>
              <a:rPr lang="es-ES" sz="1200">
                <a:effectLst/>
                <a:ea typeface="Times New Roman" panose="02020603050405020304" pitchFamily="18" charset="0"/>
                <a:cs typeface="Aptos" panose="020B0004020202020204" pitchFamily="34" charset="0"/>
              </a:rPr>
              <a:t> la PI) (D)</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err="1">
                <a:effectLst/>
                <a:ea typeface="Times New Roman" panose="02020603050405020304" pitchFamily="18" charset="0"/>
                <a:cs typeface="Aptos" panose="020B0004020202020204" pitchFamily="34" charset="0"/>
              </a:rPr>
              <a:t>Exportacion</a:t>
            </a:r>
            <a:r>
              <a:rPr lang="es-ES" sz="1200">
                <a:effectLst/>
                <a:ea typeface="Times New Roman" panose="02020603050405020304" pitchFamily="18" charset="0"/>
                <a:cs typeface="Aptos" panose="020B0004020202020204" pitchFamily="34" charset="0"/>
              </a:rPr>
              <a:t> de movimientos de propiedades de la compañía de los activos Mochila del empleado y Fondo Confiado</a:t>
            </a:r>
            <a:r>
              <a:rPr lang="es-ES" sz="1200">
                <a:ea typeface="Times New Roman" panose="02020603050405020304" pitchFamily="18" charset="0"/>
                <a:cs typeface="Aptos" panose="020B0004020202020204" pitchFamily="34" charset="0"/>
              </a:rPr>
              <a:t>, 2 archivos porque los borrados tienen otro formato de archivo</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Times New Roman" panose="02020603050405020304" pitchFamily="18"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781401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4"/>
            <a:ext cx="9049512" cy="5769675"/>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formaciones </a:t>
            </a:r>
            <a:r>
              <a:rPr lang="es-ES" sz="1200">
                <a:effectLst/>
                <a:ea typeface="Times New Roman" panose="02020603050405020304" pitchFamily="18" charset="0"/>
                <a:cs typeface="Aptos" panose="020B0004020202020204" pitchFamily="34" charset="0"/>
              </a:rPr>
              <a:t>- módulo de formación (</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Calendarios y lugares de formación (Global)_SQES</a:t>
            </a:r>
          </a:p>
          <a:p>
            <a:pPr marL="1600200" lvl="3"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BORRADO Calendarios y lugares de </a:t>
            </a:r>
            <a:r>
              <a:rPr lang="es-ES" sz="1200" err="1">
                <a:effectLst/>
                <a:ea typeface="Times New Roman" panose="02020603050405020304" pitchFamily="18" charset="0"/>
                <a:cs typeface="Aptos" panose="020B0004020202020204" pitchFamily="34" charset="0"/>
              </a:rPr>
              <a:t>formación_SQES</a:t>
            </a:r>
            <a:endParaRPr lang="es-ES" sz="1200">
              <a:effectLst/>
              <a:ea typeface="Times New Roman" panose="02020603050405020304" pitchFamily="18" charset="0"/>
              <a:cs typeface="Aptos" panose="020B0004020202020204" pitchFamily="34" charset="0"/>
            </a:endParaRPr>
          </a:p>
          <a:p>
            <a:pPr marL="1600200" lvl="3"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Maestro lugares de </a:t>
            </a:r>
            <a:r>
              <a:rPr lang="es-ES" sz="1200" err="1">
                <a:effectLst/>
                <a:ea typeface="Times New Roman" panose="02020603050405020304" pitchFamily="18" charset="0"/>
                <a:cs typeface="Aptos" panose="020B0004020202020204" pitchFamily="34" charset="0"/>
              </a:rPr>
              <a:t>formación_SQES</a:t>
            </a:r>
            <a:endParaRPr lang="es-ES" sz="1200">
              <a:effectLst/>
              <a:ea typeface="Times New Roman" panose="02020603050405020304" pitchFamily="18" charset="0"/>
              <a:cs typeface="Aptos" panose="020B0004020202020204" pitchFamily="34" charset="0"/>
            </a:endParaRPr>
          </a:p>
          <a:p>
            <a:pPr marL="1600200" lvl="3"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Calendarios y lugares de formación (Sólo cambios de maestro lugar de formación)_SQES</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Inscritos y centros de </a:t>
            </a:r>
            <a:r>
              <a:rPr lang="es-ES" sz="1200" err="1">
                <a:effectLst/>
                <a:ea typeface="Times New Roman" panose="02020603050405020304" pitchFamily="18" charset="0"/>
                <a:cs typeface="Aptos" panose="020B0004020202020204" pitchFamily="34" charset="0"/>
              </a:rPr>
              <a:t>costes_SQES</a:t>
            </a:r>
            <a:endParaRPr lang="es-ES" sz="1200">
              <a:effectLst/>
              <a:ea typeface="Times New Roman" panose="02020603050405020304" pitchFamily="18" charset="0"/>
              <a:cs typeface="Aptos" panose="020B0004020202020204" pitchFamily="34" charset="0"/>
            </a:endParaRPr>
          </a:p>
          <a:p>
            <a:pPr marL="1600200" lvl="3"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BORRADO Inscritos y centros de </a:t>
            </a:r>
            <a:r>
              <a:rPr lang="es-ES" sz="1200" err="1">
                <a:effectLst/>
                <a:ea typeface="Times New Roman" panose="02020603050405020304" pitchFamily="18" charset="0"/>
                <a:cs typeface="Aptos" panose="020B0004020202020204" pitchFamily="34" charset="0"/>
              </a:rPr>
              <a:t>coste_SQES</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Ausencias de la </a:t>
            </a:r>
            <a:r>
              <a:rPr lang="es-ES" sz="1200" err="1">
                <a:effectLst/>
                <a:ea typeface="Times New Roman" panose="02020603050405020304" pitchFamily="18" charset="0"/>
                <a:cs typeface="Aptos" panose="020B0004020202020204" pitchFamily="34" charset="0"/>
              </a:rPr>
              <a:t>sesión_SQES</a:t>
            </a:r>
            <a:endParaRPr lang="es-ES" sz="1200">
              <a:effectLst/>
              <a:ea typeface="Times New Roman" panose="02020603050405020304" pitchFamily="18" charset="0"/>
              <a:cs typeface="Aptos" panose="020B0004020202020204" pitchFamily="34" charset="0"/>
            </a:endParaRPr>
          </a:p>
          <a:p>
            <a:pPr marL="1600200" lvl="3"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BORRADO Ausencias de la </a:t>
            </a:r>
            <a:r>
              <a:rPr lang="es-ES" sz="1200" err="1">
                <a:effectLst/>
                <a:ea typeface="Times New Roman" panose="02020603050405020304" pitchFamily="18" charset="0"/>
                <a:cs typeface="Aptos" panose="020B0004020202020204" pitchFamily="34" charset="0"/>
              </a:rPr>
              <a:t>sesión_SQES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Presenciales</a:t>
            </a: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2834564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err="1">
                <a:effectLst/>
                <a:ea typeface="Times New Roman" panose="02020603050405020304" pitchFamily="18" charset="0"/>
                <a:cs typeface="Aptos" panose="020B0004020202020204" pitchFamily="34" charset="0"/>
              </a:rPr>
              <a:t>ITs</a:t>
            </a:r>
            <a:r>
              <a:rPr lang="es-ES" sz="1200" b="1">
                <a:effectLst/>
                <a:ea typeface="Times New Roman" panose="02020603050405020304" pitchFamily="18" charset="0"/>
                <a:cs typeface="Aptos" panose="020B0004020202020204" pitchFamily="34" charset="0"/>
              </a:rPr>
              <a:t> y Saldos de bolsas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Emp</a:t>
            </a:r>
            <a:r>
              <a:rPr lang="es-ES" sz="1200">
                <a:effectLst/>
                <a:ea typeface="Times New Roman" panose="02020603050405020304" pitchFamily="18" charset="0"/>
                <a:cs typeface="Aptos" panose="020B0004020202020204" pitchFamily="34" charset="0"/>
              </a:rPr>
              <a:t> directos) (Grupo </a:t>
            </a:r>
            <a:r>
              <a:rPr lang="es-ES" sz="1200" err="1">
                <a:effectLst/>
                <a:ea typeface="Times New Roman" panose="02020603050405020304" pitchFamily="18" charset="0"/>
                <a:cs typeface="Aptos" panose="020B0004020202020204" pitchFamily="34" charset="0"/>
              </a:rPr>
              <a:t>SQES_Empleados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Integracion_incidencias_SQES</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Saldo de </a:t>
            </a:r>
            <a:r>
              <a:rPr lang="es-ES" sz="1200" err="1">
                <a:effectLst/>
                <a:ea typeface="Times New Roman" panose="02020603050405020304" pitchFamily="18" charset="0"/>
                <a:cs typeface="Aptos" panose="020B0004020202020204" pitchFamily="34" charset="0"/>
              </a:rPr>
              <a:t>bolsas_SQES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a:t>
            </a: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Aptos" panose="020B0004020202020204" pitchFamily="34" charset="0"/>
              <a:cs typeface="Aptos" panose="020B0004020202020204" pitchFamily="34" charset="0"/>
            </a:endParaRPr>
          </a:p>
          <a:p>
            <a:pPr lvl="2"/>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2699246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de </a:t>
            </a:r>
            <a:r>
              <a:rPr lang="es-ES" sz="1200" b="1">
                <a:effectLst/>
                <a:ea typeface="Times New Roman" panose="02020603050405020304" pitchFamily="18" charset="0"/>
                <a:cs typeface="Aptos" panose="020B0004020202020204" pitchFamily="34" charset="0"/>
              </a:rPr>
              <a:t>ajustes de bolsas </a:t>
            </a:r>
            <a:r>
              <a:rPr lang="es-ES" sz="1200">
                <a:effectLst/>
                <a:ea typeface="Times New Roman" panose="02020603050405020304" pitchFamily="18" charset="0"/>
                <a:cs typeface="Aptos" panose="020B0004020202020204" pitchFamily="34" charset="0"/>
              </a:rPr>
              <a:t>(Grupo </a:t>
            </a:r>
            <a:r>
              <a:rPr lang="es-ES" sz="1200" err="1">
                <a:effectLst/>
                <a:ea typeface="Times New Roman" panose="02020603050405020304" pitchFamily="18" charset="0"/>
                <a:cs typeface="Aptos" panose="020B0004020202020204" pitchFamily="34" charset="0"/>
              </a:rPr>
              <a:t>SQES_Ajuste_Bolsas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Ajuste Saldo Bolsas Extraordinarias 3 meses</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Ajuste Saldo Bolsas Extraordinarias 6 meses</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Ajuste Saldos </a:t>
            </a:r>
            <a:r>
              <a:rPr lang="es-ES" sz="1200" err="1">
                <a:effectLst/>
                <a:ea typeface="Times New Roman" panose="02020603050405020304" pitchFamily="18" charset="0"/>
                <a:cs typeface="Aptos" panose="020B0004020202020204" pitchFamily="34" charset="0"/>
              </a:rPr>
              <a:t>VAC_Decimales_Negativos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a:t>
            </a: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Aptos" panose="020B0004020202020204" pitchFamily="34"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3083293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para que el </a:t>
            </a:r>
            <a:r>
              <a:rPr lang="es-ES" sz="1200" b="1">
                <a:effectLst/>
                <a:ea typeface="Times New Roman" panose="02020603050405020304" pitchFamily="18" charset="0"/>
                <a:cs typeface="Aptos" panose="020B0004020202020204" pitchFamily="34" charset="0"/>
              </a:rPr>
              <a:t>FTP no borre plantillas </a:t>
            </a:r>
            <a:r>
              <a:rPr lang="es-ES" sz="1200">
                <a:effectLst/>
                <a:ea typeface="Times New Roman" panose="02020603050405020304" pitchFamily="18" charset="0"/>
                <a:cs typeface="Aptos" panose="020B0004020202020204" pitchFamily="34" charset="0"/>
              </a:rPr>
              <a:t>(Grupo </a:t>
            </a:r>
            <a:r>
              <a:rPr lang="es-ES" sz="1200" err="1">
                <a:effectLst/>
                <a:ea typeface="Times New Roman" panose="02020603050405020304" pitchFamily="18" charset="0"/>
                <a:cs typeface="Aptos" panose="020B0004020202020204" pitchFamily="34" charset="0"/>
              </a:rPr>
              <a:t>SQES_Refrescar_Plantillas</a:t>
            </a:r>
            <a:r>
              <a:rPr lang="es-ES" sz="1200">
                <a:effectLst/>
                <a:ea typeface="Times New Roman" panose="02020603050405020304" pitchFamily="18" charset="0"/>
                <a:cs typeface="Aptos" panose="020B0004020202020204" pitchFamily="34" charset="0"/>
              </a:rPr>
              <a:t>)</a:t>
            </a: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Refrescar_Plantillas_SQES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a:t>
            </a: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Aptos" panose="020B0004020202020204" pitchFamily="34"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762381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Incidencias</a:t>
            </a:r>
            <a:r>
              <a:rPr lang="es-ES" sz="1200">
                <a:effectLst/>
                <a:ea typeface="Times New Roman" panose="02020603050405020304" pitchFamily="18" charset="0"/>
                <a:cs typeface="Aptos" panose="020B0004020202020204" pitchFamily="34" charset="0"/>
              </a:rPr>
              <a:t> desde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(D) y Wofu (I)</a:t>
            </a:r>
          </a:p>
          <a:p>
            <a:pPr marL="685800" lvl="1" indent="-228600">
              <a:buFont typeface="Wingdings" panose="05000000000000000000" pitchFamily="2" charset="2"/>
              <a:buChar char=""/>
            </a:pPr>
            <a:endParaRPr lang="es-ES" sz="1200">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y </a:t>
            </a:r>
            <a:r>
              <a:rPr lang="es-ES" sz="1200" err="1">
                <a:effectLst/>
                <a:ea typeface="Times New Roman" panose="02020603050405020304" pitchFamily="18" charset="0"/>
                <a:cs typeface="Aptos" panose="020B0004020202020204" pitchFamily="34" charset="0"/>
              </a:rPr>
              <a:t>Woffu</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Carga de ausencias y vacaciones de Core. Plantilla de carga de incidencias</a:t>
            </a: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377727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LMS - </a:t>
            </a:r>
            <a:r>
              <a:rPr lang="es-ES" sz="1200" b="1">
                <a:effectLst/>
                <a:ea typeface="Times New Roman" panose="02020603050405020304" pitchFamily="18" charset="0"/>
                <a:cs typeface="Aptos" panose="020B0004020202020204" pitchFamily="34" charset="0"/>
              </a:rPr>
              <a:t>Formación realizada </a:t>
            </a:r>
          </a:p>
          <a:p>
            <a:pPr lvl="1"/>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a:ea typeface="Times New Roman" panose="02020603050405020304" pitchFamily="18" charset="0"/>
                <a:cs typeface="Aptos" panose="020B0004020202020204" pitchFamily="34" charset="0"/>
              </a:rPr>
              <a:t>LMS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err="1">
                <a:ea typeface="Times New Roman" panose="02020603050405020304" pitchFamily="18" charset="0"/>
                <a:cs typeface="Aptos" panose="020B0004020202020204" pitchFamily="34" charset="0"/>
              </a:rPr>
              <a:t>Formacion</a:t>
            </a:r>
            <a:r>
              <a:rPr lang="es-ES" sz="1200">
                <a:ea typeface="Times New Roman" panose="02020603050405020304" pitchFamily="18" charset="0"/>
                <a:cs typeface="Aptos" panose="020B0004020202020204" pitchFamily="34" charset="0"/>
              </a:rPr>
              <a:t> </a:t>
            </a:r>
            <a:r>
              <a:rPr lang="es-ES" sz="1200" err="1">
                <a:ea typeface="Times New Roman" panose="02020603050405020304" pitchFamily="18" charset="0"/>
                <a:cs typeface="Aptos" panose="020B0004020202020204" pitchFamily="34" charset="0"/>
              </a:rPr>
              <a:t>OnLine</a:t>
            </a:r>
            <a:r>
              <a:rPr lang="es-ES" sz="1200">
                <a:ea typeface="Times New Roman" panose="02020603050405020304" pitchFamily="18" charset="0"/>
                <a:cs typeface="Aptos" panose="020B0004020202020204" pitchFamily="34" charset="0"/>
              </a:rPr>
              <a:t> realizada en el LMS. Plantilla estándar de formación realizada</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b="1">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600175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 - </a:t>
            </a:r>
            <a:r>
              <a:rPr lang="es-ES" sz="1200" b="1">
                <a:effectLst/>
                <a:ea typeface="Times New Roman" panose="02020603050405020304" pitchFamily="18" charset="0"/>
                <a:cs typeface="Aptos" panose="020B0004020202020204" pitchFamily="34" charset="0"/>
              </a:rPr>
              <a:t>Caducidad de bolsas </a:t>
            </a:r>
            <a:r>
              <a:rPr lang="es-ES" sz="1200">
                <a:effectLst/>
                <a:ea typeface="Times New Roman" panose="02020603050405020304" pitchFamily="18" charset="0"/>
                <a:cs typeface="Aptos" panose="020B0004020202020204" pitchFamily="34" charset="0"/>
              </a:rPr>
              <a:t>extraordinarias</a:t>
            </a: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ffectLst/>
                <a:ea typeface="Times New Roman" panose="02020603050405020304" pitchFamily="18" charset="0"/>
                <a:cs typeface="Aptos" panose="020B0004020202020204" pitchFamily="34" charset="0"/>
              </a:rPr>
              <a:t>Origen: </a:t>
            </a:r>
            <a:r>
              <a:rPr lang="es-ES" sz="1100">
                <a:ea typeface="Times New Roman" panose="02020603050405020304" pitchFamily="18" charset="0"/>
                <a:cs typeface="Aptos" panose="020B0004020202020204" pitchFamily="34" charset="0"/>
              </a:rPr>
              <a:t>PeopleNet</a:t>
            </a:r>
            <a:endParaRPr lang="es-ES" sz="11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ffectLst/>
                <a:ea typeface="Times New Roman" panose="02020603050405020304" pitchFamily="18" charset="0"/>
                <a:cs typeface="Aptos" panose="020B0004020202020204" pitchFamily="34" charset="0"/>
              </a:rPr>
              <a:t>Comentarios: </a:t>
            </a:r>
            <a:r>
              <a:rPr lang="es-ES" sz="1100">
                <a:ea typeface="Times New Roman" panose="02020603050405020304" pitchFamily="18" charset="0"/>
                <a:cs typeface="Aptos" panose="020B0004020202020204" pitchFamily="34" charset="0"/>
              </a:rPr>
              <a:t>Carga de </a:t>
            </a:r>
            <a:r>
              <a:rPr lang="es-ES" sz="1100" err="1">
                <a:ea typeface="Times New Roman" panose="02020603050405020304" pitchFamily="18" charset="0"/>
                <a:cs typeface="Aptos" panose="020B0004020202020204" pitchFamily="34" charset="0"/>
              </a:rPr>
              <a:t>asjtes</a:t>
            </a:r>
            <a:r>
              <a:rPr lang="es-ES" sz="1100">
                <a:ea typeface="Times New Roman" panose="02020603050405020304" pitchFamily="18" charset="0"/>
                <a:cs typeface="Aptos" panose="020B0004020202020204" pitchFamily="34" charset="0"/>
              </a:rPr>
              <a:t> de bolsas de vacaciones. Relacionado con la </a:t>
            </a:r>
            <a:r>
              <a:rPr lang="es-ES" sz="1100" err="1">
                <a:ea typeface="Times New Roman" panose="02020603050405020304" pitchFamily="18" charset="0"/>
                <a:cs typeface="Aptos" panose="020B0004020202020204" pitchFamily="34" charset="0"/>
              </a:rPr>
              <a:t>export</a:t>
            </a:r>
            <a:r>
              <a:rPr lang="es-ES" sz="1100">
                <a:ea typeface="Times New Roman" panose="02020603050405020304" pitchFamily="18" charset="0"/>
                <a:cs typeface="Aptos" panose="020B0004020202020204" pitchFamily="34" charset="0"/>
              </a:rPr>
              <a:t> “</a:t>
            </a:r>
            <a:r>
              <a:rPr lang="es-ES" sz="1100">
                <a:effectLst/>
                <a:ea typeface="Times New Roman" panose="02020603050405020304" pitchFamily="18" charset="0"/>
                <a:cs typeface="Aptos" panose="020B0004020202020204" pitchFamily="34" charset="0"/>
              </a:rPr>
              <a:t>Saldo de </a:t>
            </a:r>
            <a:r>
              <a:rPr lang="es-ES" sz="1100" err="1">
                <a:effectLst/>
                <a:ea typeface="Times New Roman" panose="02020603050405020304" pitchFamily="18" charset="0"/>
                <a:cs typeface="Aptos" panose="020B0004020202020204" pitchFamily="34" charset="0"/>
              </a:rPr>
              <a:t>bolsas_SQES</a:t>
            </a:r>
            <a:r>
              <a:rPr lang="es-ES" sz="1100">
                <a:ea typeface="Times New Roman" panose="02020603050405020304" pitchFamily="18" charset="0"/>
                <a:cs typeface="Aptos" panose="020B0004020202020204" pitchFamily="34" charset="0"/>
              </a:rPr>
              <a:t>”. Plantilla estándar de ajustes de bolsas </a:t>
            </a:r>
            <a:endParaRPr lang="es-ES" sz="11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100" b="1">
                <a:ea typeface="Times New Roman" panose="02020603050405020304" pitchFamily="18" charset="0"/>
                <a:cs typeface="Aptos" panose="020B0004020202020204" pitchFamily="34" charset="0"/>
              </a:rPr>
              <a:t>Documentación:</a:t>
            </a:r>
            <a:endParaRPr lang="es-ES" sz="11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232549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Importar </a:t>
            </a:r>
            <a:r>
              <a:rPr lang="es-ES" sz="1200" b="1">
                <a:effectLst/>
                <a:ea typeface="Times New Roman" panose="02020603050405020304" pitchFamily="18" charset="0"/>
                <a:cs typeface="Aptos" panose="020B0004020202020204" pitchFamily="34" charset="0"/>
              </a:rPr>
              <a:t>Alias</a:t>
            </a:r>
          </a:p>
          <a:p>
            <a:pPr marL="685800" lvl="1" indent="-228600">
              <a:buFont typeface="Wingdings" panose="05000000000000000000" pitchFamily="2" charset="2"/>
              <a:buChar char=""/>
            </a:pPr>
            <a:endParaRPr lang="es-ES" sz="1200" b="1">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a:ea typeface="Times New Roman" panose="02020603050405020304" pitchFamily="18" charset="0"/>
                <a:cs typeface="Aptos" panose="020B0004020202020204" pitchFamily="34" charset="0"/>
              </a:rPr>
              <a:t>PeopleNet</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a typeface="Times New Roman" panose="02020603050405020304" pitchFamily="18" charset="0"/>
                <a:cs typeface="Aptos" panose="020B0004020202020204" pitchFamily="34" charset="0"/>
              </a:rPr>
              <a:t>Creación de Alias de usuario para nuevas altas  o prealtas a los que se les carga email profesional. Relacionado con la </a:t>
            </a:r>
            <a:r>
              <a:rPr lang="es-ES" sz="1200" err="1">
                <a:ea typeface="Times New Roman" panose="02020603050405020304" pitchFamily="18" charset="0"/>
                <a:cs typeface="Aptos" panose="020B0004020202020204" pitchFamily="34" charset="0"/>
              </a:rPr>
              <a:t>export</a:t>
            </a:r>
            <a:r>
              <a:rPr lang="es-ES" sz="1200">
                <a:ea typeface="Times New Roman" panose="02020603050405020304" pitchFamily="18" charset="0"/>
                <a:cs typeface="Aptos" panose="020B0004020202020204" pitchFamily="34" charset="0"/>
              </a:rPr>
              <a:t> ”</a:t>
            </a:r>
            <a:r>
              <a:rPr lang="es-ES" sz="1200">
                <a:effectLst/>
                <a:ea typeface="Times New Roman" panose="02020603050405020304" pitchFamily="18" charset="0"/>
                <a:cs typeface="Aptos" panose="020B0004020202020204" pitchFamily="34" charset="0"/>
              </a:rPr>
              <a:t> Importación de alias”</a:t>
            </a:r>
            <a:r>
              <a:rPr lang="es-ES" sz="1200">
                <a:ea typeface="Times New Roman" panose="02020603050405020304" pitchFamily="18" charset="0"/>
                <a:cs typeface="Aptos" panose="020B0004020202020204" pitchFamily="34" charset="0"/>
              </a:rPr>
              <a:t>. Plantilla estándar de carga de Alias</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a:t>
            </a:r>
            <a:endParaRPr lang="es-ES" sz="1200">
              <a:effectLst/>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endParaRPr lang="es-ES" sz="11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1895200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Contabilidad</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export</a:t>
            </a:r>
            <a:r>
              <a:rPr lang="es-ES" sz="1200">
                <a:effectLst/>
                <a:ea typeface="Times New Roman" panose="02020603050405020304" pitchFamily="18" charset="0"/>
                <a:cs typeface="Aptos" panose="020B0004020202020204" pitchFamily="34" charset="0"/>
              </a:rPr>
              <a:t> para Axapta pero existe una versión para Dynamics 365 que necesitaría alguna revisión)</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a:t>
            </a:r>
            <a:r>
              <a:rPr lang="es-ES" sz="1200" b="1">
                <a:ea typeface="Times New Roman" panose="02020603050405020304" pitchFamily="18" charset="0"/>
                <a:cs typeface="Aptos" panose="020B0004020202020204" pitchFamily="34" charset="0"/>
              </a:rPr>
              <a:t> </a:t>
            </a:r>
            <a:r>
              <a:rPr lang="es-ES" sz="1200">
                <a:ea typeface="Times New Roman" panose="02020603050405020304" pitchFamily="18" charset="0"/>
                <a:cs typeface="Aptos" panose="020B0004020202020204" pitchFamily="34" charset="0"/>
              </a:rPr>
              <a:t>Sistema Financiero</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a:t>
            </a:r>
            <a:r>
              <a:rPr lang="es-ES" sz="1200" b="1">
                <a:ea typeface="Times New Roman" panose="02020603050405020304" pitchFamily="18" charset="0"/>
                <a:cs typeface="Aptos" panose="020B0004020202020204" pitchFamily="34" charset="0"/>
              </a:rPr>
              <a:t> </a:t>
            </a:r>
            <a:r>
              <a:rPr lang="es-ES" sz="1200">
                <a:ea typeface="Times New Roman" panose="02020603050405020304" pitchFamily="18" charset="0"/>
                <a:cs typeface="Aptos" panose="020B0004020202020204" pitchFamily="34" charset="0"/>
              </a:rPr>
              <a:t>Se han desarrollado dos interfaces contables en Excel para dos sistemas Financieros distintos, sobre mismo plan contable. Se activan por </a:t>
            </a:r>
            <a:r>
              <a:rPr lang="es-ES" sz="1200" err="1">
                <a:ea typeface="Times New Roman" panose="02020603050405020304" pitchFamily="18" charset="0"/>
                <a:cs typeface="Aptos" panose="020B0004020202020204" pitchFamily="34" charset="0"/>
              </a:rPr>
              <a:t>Agrupació</a:t>
            </a:r>
            <a:r>
              <a:rPr lang="es-ES" sz="1200">
                <a:ea typeface="Times New Roman" panose="02020603050405020304" pitchFamily="18" charset="0"/>
                <a:cs typeface="Aptos" panose="020B0004020202020204" pitchFamily="34" charset="0"/>
              </a:rPr>
              <a:t> funcional a nivel empresa: CONTA y CONTA_AX</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p>
          <a:p>
            <a:pPr marL="1143000" lvl="2" indent="-228600">
              <a:buFont typeface="Wingdings" panose="05000000000000000000" pitchFamily="2" charset="2"/>
              <a:buChar char="§"/>
            </a:pPr>
            <a:r>
              <a:rPr lang="es-ES" sz="1200">
                <a:ea typeface="+mn-lt"/>
                <a:cs typeface="+mn-lt"/>
              </a:rPr>
              <a:t>Atlántico_PAYROLL_Interfaz_Contable_Axapta_v02 (especificaciones para Axapta)</a:t>
            </a:r>
            <a:endParaRPr lang="es-ES" sz="1200" b="1">
              <a:ea typeface="+mn-lt"/>
              <a:cs typeface="+mn-lt"/>
            </a:endParaRPr>
          </a:p>
          <a:p>
            <a:pPr marL="1143000" lvl="2" indent="-228600">
              <a:buFont typeface="Wingdings" panose="05000000000000000000" pitchFamily="2" charset="2"/>
              <a:buChar char="§"/>
            </a:pPr>
            <a:r>
              <a:rPr lang="es-ES" sz="1200">
                <a:ea typeface="+mn-lt"/>
                <a:cs typeface="+mn-lt"/>
              </a:rPr>
              <a:t>Atlántico_PAYROLL_Interfaz_Contable_v02 (</a:t>
            </a:r>
            <a:r>
              <a:rPr lang="es-ES" sz="1200" err="1">
                <a:ea typeface="+mn-lt"/>
                <a:cs typeface="+mn-lt"/>
              </a:rPr>
              <a:t>especificacion</a:t>
            </a:r>
            <a:r>
              <a:rPr lang="es-ES" sz="1200">
                <a:ea typeface="+mn-lt"/>
                <a:cs typeface="+mn-lt"/>
              </a:rPr>
              <a:t> para Dynamics 365)</a:t>
            </a:r>
            <a:endParaRPr lang="es-ES" sz="1200">
              <a:ea typeface="Times New Roman" panose="02020603050405020304" pitchFamily="18" charset="0"/>
              <a:cs typeface="Segoe UI"/>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780792" cy="307777"/>
          </a:xfrm>
          <a:prstGeom prst="rect">
            <a:avLst/>
          </a:prstGeom>
          <a:noFill/>
        </p:spPr>
        <p:txBody>
          <a:bodyPr wrap="square" lIns="36000" tIns="0" rIns="36000" bIns="0" rtlCol="0" anchor="t">
            <a:spAutoFit/>
          </a:bodyPr>
          <a:lstStyle/>
          <a:p>
            <a:r>
              <a:rPr lang="es-ES_tradnl" sz="2000" b="1">
                <a:solidFill>
                  <a:srgbClr val="FF5B35"/>
                </a:solidFill>
              </a:rPr>
              <a:t>NOMINA – </a:t>
            </a:r>
            <a:r>
              <a:rPr lang="es-ES_tradnl" sz="2000" b="1" u="sng">
                <a:solidFill>
                  <a:srgbClr val="FF5B35"/>
                </a:solidFill>
              </a:rPr>
              <a:t>ARCHIVOS </a:t>
            </a:r>
            <a:endParaRPr lang="es-ES_tradnl" sz="2000" b="1" u="sng">
              <a:solidFill>
                <a:srgbClr val="FF5B35"/>
              </a:solidFill>
              <a:cs typeface="Segoe UI"/>
            </a:endParaRPr>
          </a:p>
        </p:txBody>
      </p:sp>
    </p:spTree>
    <p:extLst>
      <p:ext uri="{BB962C8B-B14F-4D97-AF65-F5344CB8AC3E}">
        <p14:creationId xmlns:p14="http://schemas.microsoft.com/office/powerpoint/2010/main" val="2636063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Controles</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exports</a:t>
            </a:r>
            <a:r>
              <a:rPr lang="es-ES" sz="1200">
                <a:effectLst/>
                <a:ea typeface="Times New Roman" panose="02020603050405020304" pitchFamily="18" charset="0"/>
                <a:cs typeface="Aptos" panose="020B0004020202020204" pitchFamily="34" charset="0"/>
              </a:rPr>
              <a:t> diarias para el BI de Securitas donde tienen montados controles de datos) </a:t>
            </a:r>
            <a:r>
              <a:rPr lang="es-ES" sz="1200" err="1">
                <a:effectLst/>
                <a:ea typeface="Times New Roman" panose="02020603050405020304" pitchFamily="18" charset="0"/>
                <a:cs typeface="Aptos" panose="020B0004020202020204" pitchFamily="34" charset="0"/>
              </a:rPr>
              <a:t>Exortaciones</a:t>
            </a:r>
            <a:r>
              <a:rPr lang="es-ES" sz="1200">
                <a:effectLst/>
                <a:ea typeface="Times New Roman" panose="02020603050405020304" pitchFamily="18" charset="0"/>
                <a:cs typeface="Aptos" panose="020B0004020202020204" pitchFamily="34" charset="0"/>
              </a:rPr>
              <a:t> de ciertas tablas en formato .</a:t>
            </a:r>
            <a:r>
              <a:rPr lang="es-ES" sz="1200" err="1">
                <a:effectLst/>
                <a:ea typeface="Times New Roman" panose="02020603050405020304" pitchFamily="18" charset="0"/>
                <a:cs typeface="Aptos" panose="020B0004020202020204" pitchFamily="34" charset="0"/>
              </a:rPr>
              <a:t>csv</a:t>
            </a:r>
            <a:r>
              <a:rPr lang="es-ES" sz="1200">
                <a:effectLst/>
                <a:ea typeface="Times New Roman" panose="02020603050405020304" pitchFamily="18" charset="0"/>
                <a:cs typeface="Aptos" panose="020B0004020202020204" pitchFamily="34" charset="0"/>
              </a:rPr>
              <a:t>. Exportaciones delta. Tablas: Persona, HR, Period</a:t>
            </a:r>
            <a:r>
              <a:rPr lang="es-ES" sz="1200">
                <a:ea typeface="Times New Roman" panose="02020603050405020304" pitchFamily="18" charset="0"/>
                <a:cs typeface="Aptos" panose="020B0004020202020204" pitchFamily="34" charset="0"/>
              </a:rPr>
              <a:t>o HR, Hist. Empresa, Hist. Contratos, Hist. </a:t>
            </a:r>
            <a:r>
              <a:rPr lang="es-ES" sz="1200" err="1">
                <a:ea typeface="Times New Roman" panose="02020603050405020304" pitchFamily="18" charset="0"/>
                <a:cs typeface="Aptos" panose="020B0004020202020204" pitchFamily="34" charset="0"/>
              </a:rPr>
              <a:t>Prórroga,Hist</a:t>
            </a:r>
            <a:r>
              <a:rPr lang="es-ES" sz="1200">
                <a:ea typeface="Times New Roman" panose="02020603050405020304" pitchFamily="18" charset="0"/>
                <a:cs typeface="Aptos" panose="020B0004020202020204" pitchFamily="34" charset="0"/>
              </a:rPr>
              <a:t>. W </a:t>
            </a:r>
            <a:r>
              <a:rPr lang="es-ES" sz="1200" err="1">
                <a:ea typeface="Times New Roman" panose="02020603050405020304" pitchFamily="18" charset="0"/>
                <a:cs typeface="Aptos" panose="020B0004020202020204" pitchFamily="34" charset="0"/>
              </a:rPr>
              <a:t>Unit</a:t>
            </a:r>
            <a:r>
              <a:rPr lang="es-ES" sz="1200">
                <a:ea typeface="Times New Roman" panose="02020603050405020304" pitchFamily="18" charset="0"/>
                <a:cs typeface="Aptos" panose="020B0004020202020204" pitchFamily="34" charset="0"/>
              </a:rPr>
              <a:t>, Hist. Categoría, Hist. G. Legal, Dependientes IRPF, Valores Periodo del RH, Absentismos Sustituidos, Contratos. </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a:effectLst/>
                <a:ea typeface="Times New Roman" panose="02020603050405020304" pitchFamily="18" charset="0"/>
                <a:cs typeface="Aptos" panose="020B0004020202020204" pitchFamily="34" charset="0"/>
              </a:rPr>
              <a:t>BI</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a typeface="Times New Roman" panose="02020603050405020304" pitchFamily="18" charset="0"/>
                <a:cs typeface="Aptos" panose="020B0004020202020204" pitchFamily="34" charset="0"/>
              </a:rPr>
              <a:t>Exportaciones </a:t>
            </a:r>
            <a:r>
              <a:rPr lang="es-ES" sz="1200">
                <a:effectLst/>
                <a:ea typeface="Times New Roman" panose="02020603050405020304" pitchFamily="18" charset="0"/>
                <a:cs typeface="Aptos" panose="020B0004020202020204" pitchFamily="34" charset="0"/>
              </a:rPr>
              <a:t>sobre los cambios en datos del día </a:t>
            </a:r>
            <a:r>
              <a:rPr lang="es-ES" sz="1200" err="1">
                <a:effectLst/>
                <a:ea typeface="Times New Roman" panose="02020603050405020304" pitchFamily="18" charset="0"/>
                <a:cs typeface="Aptos" panose="020B0004020202020204" pitchFamily="34" charset="0"/>
              </a:rPr>
              <a:t>anterio</a:t>
            </a:r>
            <a:r>
              <a:rPr lang="es-ES" sz="1200">
                <a:effectLst/>
                <a:ea typeface="Times New Roman" panose="02020603050405020304" pitchFamily="18" charset="0"/>
                <a:cs typeface="Aptos" panose="020B0004020202020204" pitchFamily="34" charset="0"/>
              </a:rPr>
              <a:t>(Fecha última Actualización) Realizadas utilizando el proceso de exportación tablas CSP_INTFZ_EXP_DATA_JS_C. Proceso: INTERFAZ_CONTROLES</a:t>
            </a:r>
          </a:p>
          <a:p>
            <a:pPr lvl="1"/>
            <a:r>
              <a:rPr lang="es-ES" sz="1200">
                <a:ea typeface="Times New Roman" panose="02020603050405020304" pitchFamily="18" charset="0"/>
                <a:cs typeface="Aptos" panose="020B0004020202020204" pitchFamily="34" charset="0"/>
              </a:rPr>
              <a:t>      Se ha dejado definido un proceso que genera todos los registros, INTERFAZ_CONTROLES_FULL</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Atlántico_PAYROLL_España_Exportacion_BI_v4</a:t>
            </a:r>
          </a:p>
          <a:p>
            <a:pPr lvl="1"/>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6" y="930934"/>
            <a:ext cx="4292583"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endParaRPr lang="es-ES" sz="2000" b="1" u="sng">
              <a:solidFill>
                <a:srgbClr val="FF5B35"/>
              </a:solidFill>
            </a:endParaRPr>
          </a:p>
        </p:txBody>
      </p:sp>
    </p:spTree>
    <p:extLst>
      <p:ext uri="{BB962C8B-B14F-4D97-AF65-F5344CB8AC3E}">
        <p14:creationId xmlns:p14="http://schemas.microsoft.com/office/powerpoint/2010/main" val="2068714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47244" y="72654"/>
            <a:ext cx="9049512" cy="4998192"/>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Informes a medida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exports</a:t>
            </a:r>
            <a:r>
              <a:rPr lang="es-ES" sz="1200">
                <a:effectLst/>
                <a:ea typeface="Times New Roman" panose="02020603050405020304" pitchFamily="18" charset="0"/>
                <a:cs typeface="Aptos" panose="020B0004020202020204" pitchFamily="34" charset="0"/>
              </a:rPr>
              <a:t> mensuales para el BI de Securitas donde tienen montados informes de gestión) Ejecución  después del cierre.</a:t>
            </a:r>
          </a:p>
          <a:p>
            <a:pPr marL="1143000" lvl="2" indent="-228600">
              <a:buFont typeface="Wingdings" panose="05000000000000000000" pitchFamily="2" charset="2"/>
              <a:buChar char=""/>
            </a:pPr>
            <a:r>
              <a:rPr lang="es-ES" sz="1200">
                <a:ea typeface="Times New Roman" panose="02020603050405020304" pitchFamily="18" charset="0"/>
                <a:cs typeface="Aptos" panose="020B0004020202020204" pitchFamily="34" charset="0"/>
              </a:rPr>
              <a:t>Proceso desatendido de nómina INF_DESATENDIDOS</a:t>
            </a:r>
            <a:endParaRPr lang="es-ES" sz="1200">
              <a:effectLst/>
              <a:ea typeface="Times New Roman" panose="02020603050405020304" pitchFamily="18" charset="0"/>
              <a:cs typeface="Aptos" panose="020B0004020202020204" pitchFamily="34" charset="0"/>
            </a:endParaRPr>
          </a:p>
          <a:p>
            <a:pPr marL="1600200" lvl="3" indent="-228600">
              <a:buFont typeface="Wingdings" panose="05000000000000000000" pitchFamily="2" charset="2"/>
              <a:buChar char=""/>
            </a:pPr>
            <a:r>
              <a:rPr lang="es-ES" sz="1200">
                <a:effectLst/>
                <a:ea typeface="Aptos" panose="020B0004020202020204" pitchFamily="34" charset="0"/>
                <a:cs typeface="Aptos" panose="020B0004020202020204" pitchFamily="34" charset="0"/>
              </a:rPr>
              <a:t>Última situación del RH :ULTSIT_FEC; MES_ANTERIOR</a:t>
            </a:r>
          </a:p>
          <a:p>
            <a:pPr marL="1600200" lvl="3" indent="-228600">
              <a:buFont typeface="Wingdings" panose="05000000000000000000" pitchFamily="2" charset="2"/>
              <a:buChar char=""/>
            </a:pPr>
            <a:r>
              <a:rPr lang="es-ES" sz="1200">
                <a:effectLst/>
                <a:ea typeface="Aptos" panose="020B0004020202020204" pitchFamily="34" charset="0"/>
                <a:cs typeface="Aptos" panose="020B0004020202020204" pitchFamily="34" charset="0"/>
              </a:rPr>
              <a:t>Informe pivotado: BI; MES_ANTERIOR; FILTRO_FEC_AGRU_IRPF</a:t>
            </a:r>
          </a:p>
          <a:p>
            <a:pPr marL="1600200" lvl="3" indent="-228600">
              <a:buFont typeface="Wingdings" panose="05000000000000000000" pitchFamily="2" charset="2"/>
              <a:buChar char=""/>
            </a:pPr>
            <a:r>
              <a:rPr lang="es-ES" sz="1200">
                <a:effectLst/>
                <a:ea typeface="Aptos" panose="020B0004020202020204" pitchFamily="34" charset="0"/>
                <a:cs typeface="Aptos" panose="020B0004020202020204" pitchFamily="34" charset="0"/>
              </a:rPr>
              <a:t>Informe de nómina ad-hoc (para sindicatos) ; SIND; MES_ANTERIOR</a:t>
            </a:r>
          </a:p>
          <a:p>
            <a:pPr marL="1143000" lvl="2" indent="-228600">
              <a:buFont typeface="Wingdings" panose="05000000000000000000" pitchFamily="2" charset="2"/>
              <a:buChar char=""/>
            </a:pPr>
            <a:r>
              <a:rPr lang="es-ES" sz="1200">
                <a:effectLst/>
                <a:ea typeface="Aptos" panose="020B0004020202020204" pitchFamily="34" charset="0"/>
                <a:cs typeface="Aptos" panose="020B0004020202020204" pitchFamily="34" charset="0"/>
              </a:rPr>
              <a:t>2 </a:t>
            </a:r>
            <a:r>
              <a:rPr lang="es-ES" sz="1200" err="1">
                <a:effectLst/>
                <a:ea typeface="Aptos" panose="020B0004020202020204" pitchFamily="34" charset="0"/>
                <a:cs typeface="Aptos" panose="020B0004020202020204" pitchFamily="34" charset="0"/>
              </a:rPr>
              <a:t>exports</a:t>
            </a:r>
            <a:r>
              <a:rPr lang="es-ES" sz="1200">
                <a:effectLst/>
                <a:ea typeface="Aptos" panose="020B0004020202020204" pitchFamily="34" charset="0"/>
                <a:cs typeface="Aptos" panose="020B0004020202020204" pitchFamily="34" charset="0"/>
              </a:rPr>
              <a:t> con datos de catálogo</a:t>
            </a:r>
            <a:r>
              <a:rPr lang="es-ES" sz="1200">
                <a:ea typeface="Aptos" panose="020B0004020202020204" pitchFamily="34" charset="0"/>
                <a:cs typeface="Aptos" panose="020B0004020202020204" pitchFamily="34" charset="0"/>
              </a:rPr>
              <a:t>: Empresa, Sindicatos.. 2 </a:t>
            </a:r>
            <a:r>
              <a:rPr lang="es-ES" sz="1200" err="1">
                <a:ea typeface="Aptos" panose="020B0004020202020204" pitchFamily="34" charset="0"/>
                <a:cs typeface="Aptos" panose="020B0004020202020204" pitchFamily="34" charset="0"/>
              </a:rPr>
              <a:t>exports</a:t>
            </a:r>
            <a:r>
              <a:rPr lang="es-ES" sz="1200">
                <a:ea typeface="Aptos" panose="020B0004020202020204" pitchFamily="34" charset="0"/>
                <a:cs typeface="Aptos" panose="020B0004020202020204" pitchFamily="34" charset="0"/>
              </a:rPr>
              <a:t> con valores </a:t>
            </a:r>
            <a:r>
              <a:rPr lang="es-ES" sz="1200" err="1">
                <a:ea typeface="Aptos" panose="020B0004020202020204" pitchFamily="34" charset="0"/>
                <a:cs typeface="Aptos" panose="020B0004020202020204" pitchFamily="34" charset="0"/>
              </a:rPr>
              <a:t>pesonales</a:t>
            </a:r>
            <a:r>
              <a:rPr lang="es-ES" sz="1200">
                <a:ea typeface="Aptos" panose="020B0004020202020204" pitchFamily="34" charset="0"/>
                <a:cs typeface="Aptos" panose="020B0004020202020204" pitchFamily="34" charset="0"/>
              </a:rPr>
              <a:t> del periodo/role. P</a:t>
            </a:r>
            <a:r>
              <a:rPr lang="es-ES" sz="1200">
                <a:effectLst/>
                <a:ea typeface="Times New Roman" panose="02020603050405020304" pitchFamily="18" charset="0"/>
                <a:cs typeface="Aptos" panose="020B0004020202020204" pitchFamily="34" charset="0"/>
              </a:rPr>
              <a:t>roceso de exportación tablas CSP_INTFZ_EXP_DATA_JS_C. Proceso: INTERFAZ_CATALOGOS</a:t>
            </a:r>
            <a:endParaRPr lang="es-ES" sz="1200">
              <a:effectLst/>
              <a:ea typeface="Aptos" panose="020B0004020202020204" pitchFamily="34" charset="0"/>
              <a:cs typeface="Aptos" panose="020B0004020202020204" pitchFamily="34" charset="0"/>
            </a:endParaRPr>
          </a:p>
          <a:p>
            <a:pPr marL="1143000" lvl="2" indent="-228600">
              <a:buFont typeface="Wingdings" panose="05000000000000000000" pitchFamily="2" charset="2"/>
              <a:buChar char=""/>
            </a:pPr>
            <a:r>
              <a:rPr lang="es-ES" sz="1200">
                <a:effectLst/>
                <a:ea typeface="Aptos" panose="020B0004020202020204" pitchFamily="34" charset="0"/>
                <a:cs typeface="Aptos" panose="020B0004020202020204" pitchFamily="34" charset="0"/>
              </a:rPr>
              <a:t>Listado de ausencia de nómina del mes. </a:t>
            </a:r>
            <a:r>
              <a:rPr lang="es-ES" sz="1200">
                <a:ea typeface="Aptos" panose="020B0004020202020204" pitchFamily="34" charset="0"/>
                <a:cs typeface="Aptos" panose="020B0004020202020204" pitchFamily="34" charset="0"/>
              </a:rPr>
              <a:t>P</a:t>
            </a:r>
            <a:r>
              <a:rPr lang="es-ES" sz="1200">
                <a:effectLst/>
                <a:ea typeface="Times New Roman" panose="02020603050405020304" pitchFamily="18" charset="0"/>
                <a:cs typeface="Aptos" panose="020B0004020202020204" pitchFamily="34" charset="0"/>
              </a:rPr>
              <a:t>roceso de exportación tablas CSP_INTFZ_EXP_DATA_JS_C. Proceso: INTERFAZ_AUSENCIAS</a:t>
            </a:r>
            <a:endParaRPr lang="es-ES" sz="1200">
              <a:effectLst/>
              <a:ea typeface="Aptos" panose="020B0004020202020204" pitchFamily="34"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a:effectLst/>
                <a:ea typeface="Times New Roman" panose="02020603050405020304" pitchFamily="18" charset="0"/>
                <a:cs typeface="Aptos" panose="020B0004020202020204" pitchFamily="34" charset="0"/>
              </a:rPr>
              <a:t>BI</a:t>
            </a: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Atlántico_PAYROLL_España_Exportacion_BI_v4</a:t>
            </a:r>
            <a:endParaRPr lang="es-ES" sz="1200">
              <a:effectLst/>
              <a:ea typeface="Times New Roman" panose="02020603050405020304" pitchFamily="18"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4483652"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endParaRPr lang="es-ES" sz="2000" b="1" u="sng">
              <a:solidFill>
                <a:srgbClr val="FF5B35"/>
              </a:solidFill>
              <a:highlight>
                <a:srgbClr val="FFFF00"/>
              </a:highlight>
            </a:endParaRPr>
          </a:p>
        </p:txBody>
      </p:sp>
    </p:spTree>
    <p:extLst>
      <p:ext uri="{BB962C8B-B14F-4D97-AF65-F5344CB8AC3E}">
        <p14:creationId xmlns:p14="http://schemas.microsoft.com/office/powerpoint/2010/main" val="1459769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99945"/>
            <a:ext cx="9049512" cy="4918066"/>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Exportaciones para el </a:t>
            </a:r>
            <a:r>
              <a:rPr lang="es-ES" sz="1200" b="1">
                <a:effectLst/>
                <a:ea typeface="Times New Roman" panose="02020603050405020304" pitchFamily="18" charset="0"/>
                <a:cs typeface="Aptos" panose="020B0004020202020204" pitchFamily="34" charset="0"/>
              </a:rPr>
              <a:t>L20</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exports</a:t>
            </a:r>
            <a:r>
              <a:rPr lang="es-ES" sz="1200">
                <a:effectLst/>
                <a:ea typeface="Times New Roman" panose="02020603050405020304" pitchFamily="18" charset="0"/>
                <a:cs typeface="Aptos" panose="020B0004020202020204" pitchFamily="34" charset="0"/>
              </a:rPr>
              <a:t> mensuales para el BI de Securitas donde tienen montados el informe L20) una vez finalizado el cierre , en el mes siguiente de la fecha de pago.</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Contabilidad desglosada de la nómina normal. </a:t>
            </a:r>
            <a:r>
              <a:rPr lang="es-ES" sz="1200">
                <a:ea typeface="Aptos" panose="020B0004020202020204" pitchFamily="34" charset="0"/>
                <a:cs typeface="Aptos" panose="020B0004020202020204" pitchFamily="34" charset="0"/>
              </a:rPr>
              <a:t>P</a:t>
            </a:r>
            <a:r>
              <a:rPr lang="es-ES" sz="1200">
                <a:effectLst/>
                <a:ea typeface="Times New Roman" panose="02020603050405020304" pitchFamily="18" charset="0"/>
                <a:cs typeface="Aptos" panose="020B0004020202020204" pitchFamily="34" charset="0"/>
              </a:rPr>
              <a:t>roceso de exportación tablas CSP_INTFZ_EXP_DATA_JS_C. Proceso: EXP_CONTA_NORMAL</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Contabilidad desglosada del ajuste I. </a:t>
            </a:r>
            <a:r>
              <a:rPr lang="es-ES" sz="1200">
                <a:ea typeface="Aptos" panose="020B0004020202020204" pitchFamily="34" charset="0"/>
                <a:cs typeface="Aptos" panose="020B0004020202020204" pitchFamily="34" charset="0"/>
              </a:rPr>
              <a:t>P</a:t>
            </a:r>
            <a:r>
              <a:rPr lang="es-ES" sz="1200">
                <a:effectLst/>
                <a:ea typeface="Times New Roman" panose="02020603050405020304" pitchFamily="18" charset="0"/>
                <a:cs typeface="Aptos" panose="020B0004020202020204" pitchFamily="34" charset="0"/>
              </a:rPr>
              <a:t>roceso de exportación tablas CSP_INTFZ_EXP_DATA_JS_C. Proceso: EXP_CONTA_AJUSTE</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Contabilidad desglosada del </a:t>
            </a:r>
            <a:r>
              <a:rPr lang="es-ES" sz="1200" err="1">
                <a:effectLst/>
                <a:ea typeface="Times New Roman" panose="02020603050405020304" pitchFamily="18" charset="0"/>
                <a:cs typeface="Aptos" panose="020B0004020202020204" pitchFamily="34" charset="0"/>
              </a:rPr>
              <a:t>retros</a:t>
            </a:r>
            <a:r>
              <a:rPr lang="es-ES" sz="1200">
                <a:effectLst/>
                <a:ea typeface="Times New Roman" panose="02020603050405020304" pitchFamily="18" charset="0"/>
                <a:cs typeface="Aptos" panose="020B0004020202020204" pitchFamily="34" charset="0"/>
              </a:rPr>
              <a:t>. </a:t>
            </a:r>
            <a:r>
              <a:rPr lang="es-ES" sz="1200">
                <a:ea typeface="Aptos" panose="020B0004020202020204" pitchFamily="34" charset="0"/>
                <a:cs typeface="Aptos" panose="020B0004020202020204" pitchFamily="34" charset="0"/>
              </a:rPr>
              <a:t>P</a:t>
            </a:r>
            <a:r>
              <a:rPr lang="es-ES" sz="1200">
                <a:effectLst/>
                <a:ea typeface="Times New Roman" panose="02020603050405020304" pitchFamily="18" charset="0"/>
                <a:cs typeface="Aptos" panose="020B0004020202020204" pitchFamily="34" charset="0"/>
              </a:rPr>
              <a:t>roceso de exportación tablas CSP_INTFZ_EXP_DATA_JS_C. Proceso: EXP_CONTA_RETROS</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a:effectLst/>
                <a:ea typeface="Times New Roman" panose="02020603050405020304" pitchFamily="18" charset="0"/>
                <a:cs typeface="Aptos" panose="020B0004020202020204" pitchFamily="34" charset="0"/>
              </a:rPr>
              <a:t>BI</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Estos ficheros se generan </a:t>
            </a:r>
            <a:r>
              <a:rPr lang="es-ES" sz="1200" err="1">
                <a:effectLst/>
                <a:ea typeface="Times New Roman" panose="02020603050405020304" pitchFamily="18" charset="0"/>
                <a:cs typeface="Aptos" panose="020B0004020202020204" pitchFamily="34" charset="0"/>
              </a:rPr>
              <a:t>zipeados</a:t>
            </a:r>
            <a:r>
              <a:rPr lang="es-ES" sz="1200">
                <a:effectLst/>
                <a:ea typeface="Times New Roman" panose="02020603050405020304" pitchFamily="18" charset="0"/>
                <a:cs typeface="Aptos" panose="020B0004020202020204" pitchFamily="34" charset="0"/>
              </a:rPr>
              <a:t> en el ftp (mejora de producto que se activa con indicador en la definición  del proceso de exportación)</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Atlántico_PAYROLL_España_Exportacion_BI_v4</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Times New Roman" panose="02020603050405020304" pitchFamily="18"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6" y="930934"/>
            <a:ext cx="5155309"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endParaRPr lang="es-ES" sz="2000" b="1" u="sng">
              <a:solidFill>
                <a:srgbClr val="FF5B35"/>
              </a:solidFill>
              <a:highlight>
                <a:srgbClr val="FFFF00"/>
              </a:highlight>
            </a:endParaRPr>
          </a:p>
        </p:txBody>
      </p:sp>
    </p:spTree>
    <p:extLst>
      <p:ext uri="{BB962C8B-B14F-4D97-AF65-F5344CB8AC3E}">
        <p14:creationId xmlns:p14="http://schemas.microsoft.com/office/powerpoint/2010/main" val="1212892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Catálogos de </a:t>
            </a:r>
            <a:r>
              <a:rPr lang="es-ES" sz="1200" b="1" err="1">
                <a:effectLst/>
                <a:ea typeface="Times New Roman" panose="02020603050405020304" pitchFamily="18" charset="0"/>
                <a:cs typeface="Aptos" panose="020B0004020202020204" pitchFamily="34" charset="0"/>
              </a:rPr>
              <a:t>Ceco</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import</a:t>
            </a:r>
            <a:r>
              <a:rPr lang="es-ES" sz="1200">
                <a:effectLst/>
                <a:ea typeface="Times New Roman" panose="02020603050405020304" pitchFamily="18" charset="0"/>
                <a:cs typeface="Aptos" panose="020B0004020202020204" pitchFamily="34" charset="0"/>
              </a:rPr>
              <a:t> 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Se remitirán todos los </a:t>
            </a:r>
            <a:r>
              <a:rPr lang="es-ES" sz="1200">
                <a:ea typeface="Times New Roman" panose="02020603050405020304" pitchFamily="18" charset="0"/>
                <a:cs typeface="Aptos" panose="020B0004020202020204" pitchFamily="34" charset="0"/>
              </a:rPr>
              <a:t>servicios </a:t>
            </a:r>
            <a:r>
              <a:rPr lang="es-ES" sz="1200">
                <a:effectLst/>
                <a:ea typeface="Times New Roman" panose="02020603050405020304" pitchFamily="18" charset="0"/>
                <a:cs typeface="Aptos" panose="020B0004020202020204" pitchFamily="34" charset="0"/>
              </a:rPr>
              <a:t>que se en ese mes tengan horas y no se hayan enviado previamente. El formato de centro coste para alojar esta información se CC-SERVICIO, donde  CC es el centro de coste principal del trabajador.</a:t>
            </a:r>
          </a:p>
          <a:p>
            <a:pPr defTabSz="273050"/>
            <a:r>
              <a:rPr lang="es-ES" sz="1200">
                <a:effectLst/>
                <a:ea typeface="Times New Roman" panose="02020603050405020304" pitchFamily="18" charset="0"/>
                <a:cs typeface="Aptos" panose="020B0004020202020204" pitchFamily="34" charset="0"/>
              </a:rPr>
              <a:t>	</a:t>
            </a:r>
          </a:p>
          <a:p>
            <a:pPr defTabSz="273050"/>
            <a:r>
              <a:rPr lang="es-ES" sz="1200">
                <a:ea typeface="Times New Roman" panose="02020603050405020304" pitchFamily="18" charset="0"/>
                <a:cs typeface="Aptos" panose="020B0004020202020204" pitchFamily="34" charset="0"/>
              </a:rPr>
              <a:t>	</a:t>
            </a:r>
            <a:r>
              <a:rPr lang="es-ES" sz="1200">
                <a:effectLst/>
                <a:ea typeface="Times New Roman" panose="02020603050405020304" pitchFamily="18" charset="0"/>
                <a:cs typeface="Aptos" panose="020B0004020202020204" pitchFamily="34" charset="0"/>
              </a:rPr>
              <a:t>Proceso importación por buzón de altas: SQE_IMP_CECOS</a:t>
            </a:r>
          </a:p>
          <a:p>
            <a:pPr marL="228600" indent="-228600">
              <a:buFont typeface="Wingdings" panose="05000000000000000000" pitchFamily="2" charset="2"/>
              <a:buChar char=""/>
            </a:pPr>
            <a:endParaRPr lang="es-ES" sz="1200" b="1">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err="1">
                <a:effectLst/>
                <a:ea typeface="Times New Roman" panose="02020603050405020304" pitchFamily="18" charset="0"/>
                <a:cs typeface="Aptos" panose="020B0004020202020204" pitchFamily="34" charset="0"/>
              </a:rPr>
              <a:t>Planner</a:t>
            </a:r>
            <a:endParaRPr lang="es-ES" sz="1200">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a:t>
            </a:r>
          </a:p>
          <a:p>
            <a:pPr marL="228600"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pt-BR" sz="1200">
                <a:ea typeface="Times New Roman" panose="02020603050405020304" pitchFamily="18" charset="0"/>
                <a:cs typeface="Aptos" panose="020B0004020202020204" pitchFamily="34" charset="0"/>
              </a:rPr>
              <a:t>Atlántico_PAYROLL_Interfaz_Catálogo_CECOS_v02</a:t>
            </a:r>
            <a:r>
              <a:rPr lang="es-ES" sz="1200">
                <a:ea typeface="Times New Roman" panose="02020603050405020304" pitchFamily="18" charset="0"/>
                <a:cs typeface="Aptos" panose="020B0004020202020204" pitchFamily="34" charset="0"/>
              </a:rPr>
              <a:t>.xls </a:t>
            </a:r>
          </a:p>
          <a:p>
            <a:pPr lvl="3"/>
            <a:r>
              <a:rPr lang="es-ES" sz="1200">
                <a:effectLst/>
                <a:ea typeface="Aptos" panose="020B0004020202020204" pitchFamily="34" charset="0"/>
                <a:cs typeface="Aptos" panose="020B0004020202020204" pitchFamily="34" charset="0"/>
              </a:rPr>
              <a:t> Atlántico_PAYROLL_España_Integracion_Reparto_porcentual_Centro_Coste_v2.docx</a:t>
            </a: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p>
        </p:txBody>
      </p:sp>
    </p:spTree>
    <p:extLst>
      <p:ext uri="{BB962C8B-B14F-4D97-AF65-F5344CB8AC3E}">
        <p14:creationId xmlns:p14="http://schemas.microsoft.com/office/powerpoint/2010/main" val="1509054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Imputación</a:t>
            </a:r>
            <a:r>
              <a:rPr lang="es-ES" sz="1200">
                <a:effectLst/>
                <a:ea typeface="Times New Roman" panose="02020603050405020304" pitchFamily="18" charset="0"/>
                <a:cs typeface="Aptos" panose="020B0004020202020204" pitchFamily="34" charset="0"/>
              </a:rPr>
              <a:t> </a:t>
            </a:r>
            <a:r>
              <a:rPr lang="es-ES" sz="1200" b="1">
                <a:effectLst/>
                <a:ea typeface="Times New Roman" panose="02020603050405020304" pitchFamily="18" charset="0"/>
                <a:cs typeface="Aptos" panose="020B0004020202020204" pitchFamily="34" charset="0"/>
              </a:rPr>
              <a:t>de centros de coste </a:t>
            </a:r>
            <a:r>
              <a:rPr lang="es-ES" sz="1200">
                <a:effectLst/>
                <a:ea typeface="Times New Roman" panose="02020603050405020304" pitchFamily="18" charset="0"/>
                <a:cs typeface="Aptos" panose="020B0004020202020204" pitchFamily="34" charset="0"/>
              </a:rPr>
              <a:t>(</a:t>
            </a:r>
            <a:r>
              <a:rPr lang="es-ES" sz="1200" err="1">
                <a:effectLst/>
                <a:ea typeface="Times New Roman" panose="02020603050405020304" pitchFamily="18" charset="0"/>
                <a:cs typeface="Aptos" panose="020B0004020202020204" pitchFamily="34" charset="0"/>
              </a:rPr>
              <a:t>import</a:t>
            </a:r>
            <a:r>
              <a:rPr lang="es-ES" sz="1200">
                <a:effectLst/>
                <a:ea typeface="Times New Roman" panose="02020603050405020304" pitchFamily="18" charset="0"/>
                <a:cs typeface="Aptos" panose="020B0004020202020204" pitchFamily="34" charset="0"/>
              </a:rPr>
              <a:t> de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 de dedicación a servicios . Se remite mensualmente los servicios en los que ha imputado horas un trabajador. Según se cierra en centro de coste se remiten todo el reparto a servicios de los empleados que tengan ese centro de coste como principal.</a:t>
            </a:r>
          </a:p>
          <a:p>
            <a:pPr>
              <a:tabLst>
                <a:tab pos="273050" algn="l"/>
              </a:tabLst>
            </a:pPr>
            <a:r>
              <a:rPr lang="es-ES" sz="1200">
                <a:ea typeface="Aptos" panose="020B0004020202020204" pitchFamily="34" charset="0"/>
                <a:cs typeface="Aptos" panose="020B0004020202020204" pitchFamily="34" charset="0"/>
              </a:rPr>
              <a:t>	</a:t>
            </a:r>
          </a:p>
          <a:p>
            <a:pPr>
              <a:tabLst>
                <a:tab pos="273050" algn="l"/>
              </a:tabLst>
            </a:pPr>
            <a:r>
              <a:rPr lang="es-ES" sz="1200">
                <a:effectLst/>
                <a:ea typeface="Times New Roman" panose="02020603050405020304" pitchFamily="18" charset="0"/>
                <a:cs typeface="Aptos" panose="020B0004020202020204" pitchFamily="34" charset="0"/>
              </a:rPr>
              <a:t>	Proceso importación por buzón de altas: CSP_IMP_PORC_CECOS</a:t>
            </a:r>
            <a:endParaRPr lang="es-ES" sz="1200">
              <a:effectLst/>
              <a:ea typeface="Aptos" panose="020B0004020202020204" pitchFamily="34"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err="1">
                <a:effectLst/>
                <a:ea typeface="Times New Roman" panose="02020603050405020304" pitchFamily="18" charset="0"/>
                <a:cs typeface="Aptos" panose="020B0004020202020204" pitchFamily="34" charset="0"/>
              </a:rPr>
              <a:t>Planner</a:t>
            </a:r>
            <a:endParaRPr lang="es-ES" sz="1200" b="1">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Pueden venir % negativos y % superior a 100% en algún servicio (mejora de producto) pero la suma de los porcentajes por empleado debe ser un 100%</a:t>
            </a:r>
            <a:endParaRPr lang="es-ES" sz="1200" b="1">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pt-BR" sz="1200">
                <a:ea typeface="Times New Roman" panose="02020603050405020304" pitchFamily="18" charset="0"/>
                <a:cs typeface="Aptos" panose="020B0004020202020204" pitchFamily="34" charset="0"/>
              </a:rPr>
              <a:t>Atlántico_PAYROLL_Interfaz_Catálogo_CECOS_v02</a:t>
            </a:r>
            <a:r>
              <a:rPr lang="es-ES" sz="1200">
                <a:ea typeface="Times New Roman" panose="02020603050405020304" pitchFamily="18" charset="0"/>
                <a:cs typeface="Aptos" panose="020B0004020202020204" pitchFamily="34" charset="0"/>
              </a:rPr>
              <a:t>.xls </a:t>
            </a:r>
          </a:p>
          <a:p>
            <a:pPr lvl="3"/>
            <a:r>
              <a:rPr lang="es-ES" sz="1200">
                <a:effectLst/>
                <a:ea typeface="Aptos" panose="020B0004020202020204" pitchFamily="34" charset="0"/>
                <a:cs typeface="Aptos" panose="020B0004020202020204" pitchFamily="34" charset="0"/>
              </a:rPr>
              <a:t> Atlántico_PAYROLL_España_Integracion_Reparto_porcentual_Centro_Coste_v2.docx</a:t>
            </a:r>
          </a:p>
          <a:p>
            <a:pPr marL="228600" indent="-228600">
              <a:buFont typeface="Wingdings" panose="05000000000000000000" pitchFamily="2" charset="2"/>
              <a:buChar char=""/>
            </a:pPr>
            <a:endParaRPr lang="es-ES" sz="12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p>
        </p:txBody>
      </p:sp>
    </p:spTree>
    <p:extLst>
      <p:ext uri="{BB962C8B-B14F-4D97-AF65-F5344CB8AC3E}">
        <p14:creationId xmlns:p14="http://schemas.microsoft.com/office/powerpoint/2010/main" val="137120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Incidencias</a:t>
            </a:r>
            <a:r>
              <a:rPr lang="es-ES" sz="1200">
                <a:effectLst/>
                <a:ea typeface="Times New Roman" panose="02020603050405020304" pitchFamily="18" charset="0"/>
                <a:cs typeface="Aptos" panose="020B0004020202020204" pitchFamily="34" charset="0"/>
              </a:rPr>
              <a:t> (carga del variable) Se remite mensualmente los importes de conceptos de nómina. Según se cierra en centro de coste se remiten todas las incidencias de los empleados que tengan ese centro de coste como principal.</a:t>
            </a:r>
          </a:p>
          <a:p>
            <a:pPr marL="228600" indent="-228600">
              <a:buFont typeface="Wingdings" panose="05000000000000000000" pitchFamily="2" charset="2"/>
              <a:buChar char=""/>
            </a:pPr>
            <a:endParaRPr lang="es-ES" sz="1200">
              <a:effectLst/>
              <a:ea typeface="Aptos" panose="020B0004020202020204" pitchFamily="34" charset="0"/>
              <a:cs typeface="Aptos" panose="020B0004020202020204" pitchFamily="34" charset="0"/>
            </a:endParaRPr>
          </a:p>
          <a:p>
            <a:pPr defTabSz="179388"/>
            <a:r>
              <a:rPr lang="es-ES" sz="1200">
                <a:effectLst/>
                <a:ea typeface="Times New Roman" panose="02020603050405020304" pitchFamily="18" charset="0"/>
                <a:cs typeface="Aptos" panose="020B0004020202020204" pitchFamily="34" charset="0"/>
              </a:rPr>
              <a:t>	Proceso importación por buzón de altas: </a:t>
            </a:r>
            <a:r>
              <a:rPr lang="it-IT" sz="1200">
                <a:effectLst/>
                <a:ea typeface="Times New Roman" panose="02020603050405020304" pitchFamily="18" charset="0"/>
                <a:cs typeface="Aptos" panose="020B0004020202020204" pitchFamily="34" charset="0"/>
              </a:rPr>
              <a:t>SQE_IMP_VAL_INCI_CECO y  	SQE_IMP_VAL_INCIDENCIAS</a:t>
            </a:r>
            <a:endParaRPr lang="es-ES" sz="1200">
              <a:effectLst/>
              <a:ea typeface="Aptos" panose="020B0004020202020204" pitchFamily="34"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a:t>
            </a:r>
            <a:r>
              <a:rPr lang="es-ES" sz="1200">
                <a:effectLst/>
                <a:ea typeface="Times New Roman" panose="02020603050405020304" pitchFamily="18" charset="0"/>
                <a:cs typeface="Aptos" panose="020B0004020202020204" pitchFamily="34" charset="0"/>
              </a:rPr>
              <a:t> </a:t>
            </a:r>
            <a:r>
              <a:rPr lang="es-ES" sz="1200" err="1">
                <a:effectLst/>
                <a:ea typeface="Times New Roman" panose="02020603050405020304" pitchFamily="18" charset="0"/>
                <a:cs typeface="Aptos" panose="020B0004020202020204" pitchFamily="34" charset="0"/>
              </a:rPr>
              <a:t>Planner</a:t>
            </a:r>
            <a:endParaRPr lang="es-ES" sz="1200" b="1">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Se envía el ordinal  del periodo de Global. En el caso de tener varios periodos de RH en el mes para ese ordinal , se carga en el último.</a:t>
            </a:r>
          </a:p>
          <a:p>
            <a:pPr marL="228600"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Atlántico_PAYROLL_Interfaz_Valores_Incidencia_Ceco_v02.xlsx</a:t>
            </a:r>
          </a:p>
          <a:p>
            <a:pPr lvl="3"/>
            <a:r>
              <a:rPr lang="es-ES" sz="1200">
                <a:effectLst/>
                <a:ea typeface="Aptos" panose="020B0004020202020204" pitchFamily="34" charset="0"/>
                <a:cs typeface="Aptos" panose="020B0004020202020204" pitchFamily="34" charset="0"/>
              </a:rPr>
              <a:t> Atlántico_PAYROLL_Interfaz_Valores_Incidencia_v03.xlsx</a:t>
            </a:r>
          </a:p>
          <a:p>
            <a:pPr lvl="3"/>
            <a:r>
              <a:rPr lang="es-ES" sz="1200">
                <a:effectLst/>
                <a:ea typeface="Aptos" panose="020B0004020202020204" pitchFamily="34" charset="0"/>
                <a:cs typeface="Aptos" panose="020B0004020202020204" pitchFamily="34" charset="0"/>
              </a:rPr>
              <a:t> Atlantico_PAYROLL_Mapeo_Conceptos_v6</a:t>
            </a:r>
            <a:r>
              <a:rPr lang="es-ES" sz="1200">
                <a:ea typeface="Aptos" panose="020B0004020202020204" pitchFamily="34" charset="0"/>
                <a:cs typeface="Aptos" panose="020B0004020202020204" pitchFamily="34" charset="0"/>
              </a:rPr>
              <a:t>.xlsx</a:t>
            </a:r>
          </a:p>
          <a:p>
            <a:pPr lvl="3"/>
            <a:r>
              <a:rPr lang="es-ES" sz="1200">
                <a:effectLst/>
                <a:ea typeface="Aptos" panose="020B0004020202020204" pitchFamily="34" charset="0"/>
                <a:cs typeface="Aptos" panose="020B0004020202020204" pitchFamily="34" charset="0"/>
              </a:rPr>
              <a:t> Atlántico_PAYROLL_España_Integracion_Variable_v2.docx</a:t>
            </a: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p>
        </p:txBody>
      </p:sp>
    </p:spTree>
    <p:extLst>
      <p:ext uri="{BB962C8B-B14F-4D97-AF65-F5344CB8AC3E}">
        <p14:creationId xmlns:p14="http://schemas.microsoft.com/office/powerpoint/2010/main" val="3506158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Etiquetas de recibos, que son </a:t>
            </a:r>
            <a:r>
              <a:rPr lang="es-ES" sz="1200" b="1">
                <a:effectLst/>
                <a:ea typeface="Times New Roman" panose="02020603050405020304" pitchFamily="18" charset="0"/>
                <a:cs typeface="Aptos" panose="020B0004020202020204" pitchFamily="34" charset="0"/>
              </a:rPr>
              <a:t>literales del recibo </a:t>
            </a:r>
            <a:r>
              <a:rPr lang="es-ES" sz="1200">
                <a:effectLst/>
                <a:ea typeface="Times New Roman" panose="02020603050405020304" pitchFamily="18" charset="0"/>
                <a:cs typeface="Aptos" panose="020B0004020202020204" pitchFamily="34" charset="0"/>
              </a:rPr>
              <a:t>para buffer de conceptos variables que utilizan para acuerdos de  abonos específicos por  contratos con cliente Se remiten mensualmente.</a:t>
            </a:r>
          </a:p>
          <a:p>
            <a:pPr defTabSz="179388"/>
            <a:r>
              <a:rPr lang="es-ES" sz="1200">
                <a:effectLst/>
                <a:ea typeface="Times New Roman" panose="02020603050405020304" pitchFamily="18" charset="0"/>
                <a:cs typeface="Aptos" panose="020B0004020202020204" pitchFamily="34" charset="0"/>
              </a:rPr>
              <a:t> 	</a:t>
            </a:r>
          </a:p>
          <a:p>
            <a:pPr marL="177800" lvl="1" defTabSz="179388"/>
            <a:r>
              <a:rPr lang="es-ES" sz="1200">
                <a:effectLst/>
                <a:ea typeface="Times New Roman" panose="02020603050405020304" pitchFamily="18" charset="0"/>
                <a:cs typeface="Aptos" panose="020B0004020202020204" pitchFamily="34" charset="0"/>
              </a:rPr>
              <a:t>Proceso importación por buzón de altas: </a:t>
            </a:r>
            <a:r>
              <a:rPr lang="it-IT" sz="1200">
                <a:effectLst/>
                <a:ea typeface="Times New Roman" panose="02020603050405020304" pitchFamily="18" charset="0"/>
                <a:cs typeface="Aptos" panose="020B0004020202020204" pitchFamily="34" charset="0"/>
              </a:rPr>
              <a:t>CSP_IMPORT_ETI_REC_PERIODO</a:t>
            </a:r>
          </a:p>
          <a:p>
            <a:pPr marL="177800" lvl="1" defTabSz="179388"/>
            <a:endParaRPr lang="es-ES" sz="1200">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err="1">
                <a:effectLst/>
                <a:ea typeface="Times New Roman" panose="02020603050405020304" pitchFamily="18" charset="0"/>
                <a:cs typeface="Aptos" panose="020B0004020202020204" pitchFamily="34" charset="0"/>
              </a:rPr>
              <a:t>Planner</a:t>
            </a:r>
            <a:endParaRPr lang="es-ES" sz="1200" b="1">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Nueva funcionalidad de producto liberada  abril 2023. </a:t>
            </a:r>
            <a:endParaRPr lang="es-ES" sz="1200" b="1">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Atlántico_PAYROLL_Interfaz_Literales_Dinamicos_Recibo_v02.xlsx</a:t>
            </a:r>
          </a:p>
          <a:p>
            <a:pPr lvl="4" indent="-392113"/>
            <a:r>
              <a:rPr lang="es-ES" sz="1200">
                <a:effectLst/>
                <a:ea typeface="Aptos" panose="020B0004020202020204" pitchFamily="34" charset="0"/>
                <a:cs typeface="Aptos" panose="020B0004020202020204" pitchFamily="34" charset="0"/>
              </a:rPr>
              <a:t>Atlántico_PAYROLL_España_Integracion_Variable_v2.docx</a:t>
            </a:r>
            <a:endParaRPr lang="es-ES" sz="1200">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endParaRPr lang="es-ES" sz="12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p>
        </p:txBody>
      </p:sp>
    </p:spTree>
    <p:extLst>
      <p:ext uri="{BB962C8B-B14F-4D97-AF65-F5344CB8AC3E}">
        <p14:creationId xmlns:p14="http://schemas.microsoft.com/office/powerpoint/2010/main" val="1552723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flipH="1">
            <a:off x="302250" y="199036"/>
            <a:ext cx="8630299" cy="4918066"/>
          </a:xfrm>
          <a:prstGeom prst="rightArrow">
            <a:avLst>
              <a:gd name="adj1" fmla="val 50000"/>
              <a:gd name="adj2" fmla="val 924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Ausencias</a:t>
            </a:r>
            <a:r>
              <a:rPr lang="es-ES" sz="1200">
                <a:effectLst/>
                <a:ea typeface="Times New Roman" panose="02020603050405020304" pitchFamily="18" charset="0"/>
                <a:cs typeface="Aptos" panose="020B0004020202020204" pitchFamily="34" charset="0"/>
              </a:rPr>
              <a:t> impactan en nómina (no </a:t>
            </a:r>
            <a:r>
              <a:rPr lang="es-ES" sz="1200" err="1">
                <a:effectLst/>
                <a:ea typeface="Times New Roman" panose="02020603050405020304" pitchFamily="18" charset="0"/>
                <a:cs typeface="Aptos" panose="020B0004020202020204" pitchFamily="34" charset="0"/>
              </a:rPr>
              <a:t>Its</a:t>
            </a:r>
            <a:r>
              <a:rPr lang="es-ES" sz="1200">
                <a:effectLst/>
                <a:ea typeface="Times New Roman" panose="02020603050405020304" pitchFamily="18" charset="0"/>
                <a:cs typeface="Aptos" panose="020B0004020202020204" pitchFamily="34" charset="0"/>
              </a:rPr>
              <a:t>). La gestión de las ausencias con impacto en nómina de los empleados directos que se gestionan en </a:t>
            </a:r>
            <a:r>
              <a:rPr lang="es-ES" sz="1200" err="1">
                <a:effectLst/>
                <a:ea typeface="Times New Roman" panose="02020603050405020304" pitchFamily="18" charset="0"/>
                <a:cs typeface="Aptos" panose="020B0004020202020204" pitchFamily="34" charset="0"/>
              </a:rPr>
              <a:t>Planner</a:t>
            </a:r>
            <a:r>
              <a:rPr lang="es-ES" sz="1200">
                <a:effectLst/>
                <a:ea typeface="Times New Roman" panose="02020603050405020304" pitchFamily="18" charset="0"/>
                <a:cs typeface="Aptos" panose="020B0004020202020204" pitchFamily="34" charset="0"/>
              </a:rPr>
              <a:t> se remitirán a través de este interfaz. </a:t>
            </a:r>
            <a:r>
              <a:rPr lang="es-ES" sz="1200">
                <a:ea typeface="Times New Roman" panose="02020603050405020304" pitchFamily="18" charset="0"/>
                <a:cs typeface="Aptos" panose="020B0004020202020204" pitchFamily="34" charset="0"/>
              </a:rPr>
              <a:t>Algunas ausencias se remiten diariamente y otras al  cierre del mes.</a:t>
            </a:r>
            <a:endParaRPr lang="es-ES" sz="1200">
              <a:effectLst/>
              <a:ea typeface="Times New Roman" panose="02020603050405020304" pitchFamily="18" charset="0"/>
              <a:cs typeface="Aptos" panose="020B0004020202020204" pitchFamily="34" charset="0"/>
            </a:endParaRPr>
          </a:p>
          <a:p>
            <a:pPr>
              <a:tabLst>
                <a:tab pos="177800" algn="l"/>
                <a:tab pos="985838" algn="l"/>
              </a:tabLst>
            </a:pPr>
            <a:r>
              <a:rPr lang="es-ES" sz="1200">
                <a:effectLst/>
                <a:ea typeface="Times New Roman" panose="02020603050405020304" pitchFamily="18" charset="0"/>
                <a:cs typeface="Aptos" panose="020B0004020202020204" pitchFamily="34" charset="0"/>
              </a:rPr>
              <a:t>	 </a:t>
            </a:r>
          </a:p>
          <a:p>
            <a:pPr>
              <a:tabLst>
                <a:tab pos="177800" algn="l"/>
                <a:tab pos="985838" algn="l"/>
              </a:tabLst>
            </a:pPr>
            <a:r>
              <a:rPr lang="es-ES" sz="1200">
                <a:ea typeface="Times New Roman" panose="02020603050405020304" pitchFamily="18" charset="0"/>
                <a:cs typeface="Aptos" panose="020B0004020202020204" pitchFamily="34" charset="0"/>
              </a:rPr>
              <a:t>	 </a:t>
            </a:r>
            <a:r>
              <a:rPr lang="es-ES" sz="1200">
                <a:effectLst/>
                <a:ea typeface="Times New Roman" panose="02020603050405020304" pitchFamily="18" charset="0"/>
                <a:cs typeface="Aptos" panose="020B0004020202020204" pitchFamily="34" charset="0"/>
              </a:rPr>
              <a:t>Proceso importación por buzón de altas: </a:t>
            </a:r>
            <a:r>
              <a:rPr lang="es-ES" sz="1200">
                <a:ea typeface="Times New Roman" panose="02020603050405020304" pitchFamily="18" charset="0"/>
                <a:cs typeface="Aptos" panose="020B0004020202020204" pitchFamily="34" charset="0"/>
              </a:rPr>
              <a:t>CSP_IMP_AUSENCIAS_LEGALES</a:t>
            </a:r>
          </a:p>
          <a:p>
            <a:pPr>
              <a:tabLst>
                <a:tab pos="177800" algn="l"/>
                <a:tab pos="985838" algn="l"/>
              </a:tabLst>
            </a:pPr>
            <a:endParaRPr lang="es-ES" sz="1200">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Origen: </a:t>
            </a:r>
            <a:r>
              <a:rPr lang="es-ES" sz="1200" err="1">
                <a:effectLst/>
                <a:ea typeface="Times New Roman" panose="02020603050405020304" pitchFamily="18" charset="0"/>
                <a:cs typeface="Aptos" panose="020B0004020202020204" pitchFamily="34" charset="0"/>
              </a:rPr>
              <a:t>Planner</a:t>
            </a:r>
            <a:endParaRPr lang="es-ES" sz="1200">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remitidas las que tienen impacto en organismos oficiales: maternidad, paternidad, ausencia injustificada,  huelga, excedencia, riesgo durante el embarazo, suspensión de empleo y sueldo y reservistas</a:t>
            </a:r>
            <a:r>
              <a:rPr lang="es-ES" sz="1200" b="1">
                <a:effectLst/>
                <a:ea typeface="Times New Roman" panose="02020603050405020304" pitchFamily="18" charset="0"/>
                <a:cs typeface="Aptos" panose="020B0004020202020204" pitchFamily="34" charset="0"/>
              </a:rPr>
              <a:t>.</a:t>
            </a:r>
          </a:p>
          <a:p>
            <a:pPr marL="228600"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pt-BR" sz="1200">
                <a:ea typeface="Times New Roman" panose="02020603050405020304" pitchFamily="18" charset="0"/>
                <a:cs typeface="Aptos" panose="020B0004020202020204" pitchFamily="34" charset="0"/>
              </a:rPr>
              <a:t>Atlántico_PAYROLL_Interfaz_Absentismos_Nómina_v03.xlsx</a:t>
            </a:r>
            <a:endParaRPr lang="es-ES" sz="1200">
              <a:ea typeface="Times New Roman" panose="02020603050405020304" pitchFamily="18" charset="0"/>
              <a:cs typeface="Aptos" panose="020B0004020202020204" pitchFamily="34" charset="0"/>
            </a:endParaRPr>
          </a:p>
          <a:p>
            <a:pPr lvl="3"/>
            <a:r>
              <a:rPr lang="es-ES" sz="1200">
                <a:ea typeface="Times New Roman" panose="02020603050405020304" pitchFamily="18" charset="0"/>
                <a:cs typeface="Aptos" panose="020B0004020202020204" pitchFamily="34" charset="0"/>
              </a:rPr>
              <a:t> </a:t>
            </a:r>
            <a:r>
              <a:rPr lang="es-ES" sz="1200" err="1">
                <a:ea typeface="Times New Roman" panose="02020603050405020304" pitchFamily="18" charset="0"/>
                <a:cs typeface="Aptos" panose="020B0004020202020204" pitchFamily="34" charset="0"/>
              </a:rPr>
              <a:t>Atlantico_PAYROLL_Import_Datos_incidencias</a:t>
            </a:r>
            <a:r>
              <a:rPr lang="es-ES" sz="1200">
                <a:ea typeface="Times New Roman" panose="02020603050405020304" pitchFamily="18" charset="0"/>
                <a:cs typeface="Aptos" panose="020B0004020202020204" pitchFamily="34" charset="0"/>
              </a:rPr>
              <a:t> V5.0_España.docx</a:t>
            </a:r>
            <a:endParaRPr lang="es-ES" sz="1200">
              <a:effectLst/>
              <a:ea typeface="Times New Roman" panose="02020603050405020304" pitchFamily="18" charset="0"/>
              <a:cs typeface="Aptos" panose="020B0004020202020204" pitchFamily="34" charset="0"/>
            </a:endParaRPr>
          </a:p>
          <a:p>
            <a:pPr marL="228600" indent="-228600">
              <a:buFont typeface="Wingdings" panose="05000000000000000000" pitchFamily="2" charset="2"/>
              <a:buChar char=""/>
            </a:pPr>
            <a:endParaRPr lang="es-ES" sz="1200">
              <a:effectLst/>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2784506"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ARCHIVOS</a:t>
            </a:r>
          </a:p>
        </p:txBody>
      </p:sp>
    </p:spTree>
    <p:extLst>
      <p:ext uri="{BB962C8B-B14F-4D97-AF65-F5344CB8AC3E}">
        <p14:creationId xmlns:p14="http://schemas.microsoft.com/office/powerpoint/2010/main" val="2690845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66352" y="1360631"/>
            <a:ext cx="9049512" cy="3081715"/>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 </a:t>
            </a:r>
            <a:r>
              <a:rPr lang="es-ES" sz="1200" b="1">
                <a:effectLst/>
                <a:ea typeface="Times New Roman" panose="02020603050405020304" pitchFamily="18" charset="0"/>
                <a:cs typeface="Aptos" panose="020B0004020202020204" pitchFamily="34" charset="0"/>
              </a:rPr>
              <a:t>documentos</a:t>
            </a:r>
            <a:r>
              <a:rPr lang="es-ES" sz="1200">
                <a:effectLst/>
                <a:ea typeface="Times New Roman" panose="02020603050405020304" pitchFamily="18" charset="0"/>
                <a:cs typeface="Aptos" panose="020B0004020202020204" pitchFamily="34" charset="0"/>
              </a:rPr>
              <a:t> para firma digital</a:t>
            </a:r>
            <a:endParaRPr lang="es-ES" sz="1200">
              <a:ea typeface="Times New Roman" panose="02020603050405020304" pitchFamily="18" charset="0"/>
              <a:cs typeface="Aptos" panose="020B0004020202020204" pitchFamily="34" charset="0"/>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Contrato y su copia básica</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Prorroga y su copia básica</a:t>
            </a:r>
          </a:p>
          <a:p>
            <a:pPr lvl="2"/>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Destino: </a:t>
            </a:r>
            <a:r>
              <a:rPr lang="es-ES" sz="1200" err="1">
                <a:effectLst/>
                <a:ea typeface="Times New Roman" panose="02020603050405020304" pitchFamily="18" charset="0"/>
                <a:cs typeface="Aptos" panose="020B0004020202020204" pitchFamily="34" charset="0"/>
              </a:rPr>
              <a:t>Sharepoint</a:t>
            </a:r>
            <a:r>
              <a:rPr lang="es-ES" sz="1200">
                <a:effectLst/>
                <a:ea typeface="Times New Roman" panose="02020603050405020304" pitchFamily="18" charset="0"/>
                <a:cs typeface="Aptos" panose="020B0004020202020204" pitchFamily="34" charset="0"/>
              </a:rPr>
              <a:t> </a:t>
            </a:r>
          </a:p>
          <a:p>
            <a:pPr marL="685800" lvl="1" indent="-228600">
              <a:buFont typeface="Wingdings" panose="05000000000000000000" pitchFamily="2" charset="2"/>
              <a:buChar char=""/>
            </a:pPr>
            <a:r>
              <a:rPr lang="es-ES" sz="1200" b="1">
                <a:effectLst/>
                <a:ea typeface="Times New Roman" panose="02020603050405020304" pitchFamily="18" charset="0"/>
                <a:cs typeface="Aptos" panose="020B0004020202020204" pitchFamily="34" charset="0"/>
              </a:rPr>
              <a:t>Comentarios: </a:t>
            </a:r>
            <a:r>
              <a:rPr lang="es-ES" sz="1200">
                <a:effectLst/>
                <a:ea typeface="Times New Roman" panose="02020603050405020304" pitchFamily="18" charset="0"/>
                <a:cs typeface="Aptos" panose="020B0004020202020204" pitchFamily="34" charset="0"/>
              </a:rPr>
              <a:t>Se han activado los documentos de Contrato y Prórroga para firma disponibles en la plataforma.</a:t>
            </a:r>
            <a:endParaRPr lang="es-ES" sz="1200" b="1">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r>
              <a:rPr lang="es-ES" sz="1200" b="1">
                <a:ea typeface="Times New Roman" panose="02020603050405020304" pitchFamily="18" charset="0"/>
                <a:cs typeface="Aptos" panose="020B0004020202020204" pitchFamily="34" charset="0"/>
              </a:rPr>
              <a:t>Documentación: </a:t>
            </a:r>
            <a:r>
              <a:rPr lang="es-ES" sz="1200">
                <a:ea typeface="Times New Roman" panose="02020603050405020304" pitchFamily="18" charset="0"/>
                <a:cs typeface="Aptos" panose="020B0004020202020204" pitchFamily="34" charset="0"/>
              </a:rPr>
              <a:t>NA</a:t>
            </a:r>
            <a:endParaRPr lang="es-ES" sz="1200">
              <a:effectLst/>
              <a:ea typeface="Times New Roman" panose="02020603050405020304" pitchFamily="18" charset="0"/>
              <a:cs typeface="Aptos" panose="020B0004020202020204" pitchFamily="34" charset="0"/>
            </a:endParaRPr>
          </a:p>
          <a:p>
            <a:pPr marL="685800" lvl="1" indent="-228600">
              <a:buFont typeface="Wingdings" panose="05000000000000000000" pitchFamily="2" charset="2"/>
              <a:buChar char=""/>
            </a:pPr>
            <a:endParaRPr lang="es-ES" sz="1200">
              <a:effectLst/>
              <a:ea typeface="Aptos" panose="020B0004020202020204" pitchFamily="34" charset="0"/>
              <a:cs typeface="Aptos" panose="020B0004020202020204" pitchFamily="34" charset="0"/>
            </a:endParaRP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DOCUMENTOS</a:t>
            </a:r>
            <a:endParaRPr lang="es-ES" sz="2000" b="1" u="sng">
              <a:solidFill>
                <a:srgbClr val="FF5B35"/>
              </a:solidFill>
              <a:highlight>
                <a:srgbClr val="FFFF00"/>
              </a:highlight>
            </a:endParaRPr>
          </a:p>
        </p:txBody>
      </p:sp>
    </p:spTree>
    <p:extLst>
      <p:ext uri="{BB962C8B-B14F-4D97-AF65-F5344CB8AC3E}">
        <p14:creationId xmlns:p14="http://schemas.microsoft.com/office/powerpoint/2010/main" val="2217127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1370092"/>
            <a:ext cx="9049512"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Todos los </a:t>
            </a:r>
            <a:r>
              <a:rPr lang="es-ES" sz="1200" b="1">
                <a:effectLst/>
                <a:ea typeface="Times New Roman" panose="02020603050405020304" pitchFamily="18" charset="0"/>
                <a:cs typeface="Aptos" panose="020B0004020202020204" pitchFamily="34" charset="0"/>
              </a:rPr>
              <a:t>documentos de la persona </a:t>
            </a:r>
            <a:r>
              <a:rPr lang="es-ES" sz="1200">
                <a:effectLst/>
                <a:ea typeface="Times New Roman" panose="02020603050405020304" pitchFamily="18" charset="0"/>
                <a:cs typeface="Aptos" panose="020B0004020202020204" pitchFamily="34" charset="0"/>
              </a:rPr>
              <a:t>menos los que se importan</a:t>
            </a:r>
          </a:p>
          <a:p>
            <a:pPr marL="1600200" lvl="3"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co</a:t>
            </a:r>
            <a:r>
              <a:rPr lang="es-ES" sz="1200">
                <a:ea typeface="Times New Roman" panose="02020603050405020304" pitchFamily="18" charset="0"/>
                <a:cs typeface="Aptos" panose="020B0004020202020204" pitchFamily="34" charset="0"/>
              </a:rPr>
              <a:t>n la </a:t>
            </a:r>
            <a:r>
              <a:rPr lang="es-ES" sz="1200" err="1">
                <a:ea typeface="Times New Roman" panose="02020603050405020304" pitchFamily="18" charset="0"/>
                <a:cs typeface="Aptos" panose="020B0004020202020204" pitchFamily="34" charset="0"/>
              </a:rPr>
              <a:t>funcionlidad</a:t>
            </a:r>
            <a:r>
              <a:rPr lang="es-ES" sz="1200">
                <a:ea typeface="Times New Roman" panose="02020603050405020304" pitchFamily="18" charset="0"/>
                <a:cs typeface="Aptos" panose="020B0004020202020204" pitchFamily="34" charset="0"/>
              </a:rPr>
              <a:t> desplegada en Q2 que permite filtrar y que genera </a:t>
            </a:r>
            <a:r>
              <a:rPr lang="es-ES" sz="1200" err="1">
                <a:ea typeface="Times New Roman" panose="02020603050405020304" pitchFamily="18" charset="0"/>
                <a:cs typeface="Aptos" panose="020B0004020202020204" pitchFamily="34" charset="0"/>
              </a:rPr>
              <a:t>ZIPs</a:t>
            </a:r>
            <a:r>
              <a:rPr lang="es-ES" sz="1200">
                <a:effectLst/>
                <a:ea typeface="Times New Roman" panose="02020603050405020304" pitchFamily="18" charset="0"/>
                <a:cs typeface="Aptos" panose="020B0004020202020204" pitchFamily="34" charset="0"/>
              </a:rPr>
              <a:t>   </a:t>
            </a:r>
            <a:endParaRPr lang="es-ES" sz="1200">
              <a:effectLst/>
              <a:ea typeface="Aptos" panose="020B0004020202020204" pitchFamily="34" charset="0"/>
              <a:cs typeface="Aptos" panose="020B0004020202020204" pitchFamily="34" charset="0"/>
            </a:endParaRP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DOCUMENTOS</a:t>
            </a:r>
            <a:endParaRPr lang="es-ES" sz="2000" b="1" u="sng">
              <a:solidFill>
                <a:srgbClr val="FF5B35"/>
              </a:solidFill>
            </a:endParaRPr>
          </a:p>
        </p:txBody>
      </p:sp>
    </p:spTree>
    <p:extLst>
      <p:ext uri="{BB962C8B-B14F-4D97-AF65-F5344CB8AC3E}">
        <p14:creationId xmlns:p14="http://schemas.microsoft.com/office/powerpoint/2010/main" val="4161583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DOCUMENTOS</a:t>
            </a:r>
            <a:endParaRPr lang="es-ES" sz="2000" b="1" u="sng">
              <a:solidFill>
                <a:srgbClr val="FF5B35"/>
              </a:solidFill>
            </a:endParaRPr>
          </a:p>
        </p:txBody>
      </p:sp>
      <p:sp>
        <p:nvSpPr>
          <p:cNvPr id="2" name="Arrow: Right 1">
            <a:extLst>
              <a:ext uri="{FF2B5EF4-FFF2-40B4-BE49-F238E27FC236}">
                <a16:creationId xmlns:a16="http://schemas.microsoft.com/office/drawing/2014/main" id="{92D5001B-D8A8-82D0-9C9B-EDE3BD73EF64}"/>
              </a:ext>
            </a:extLst>
          </p:cNvPr>
          <p:cNvSpPr/>
          <p:nvPr/>
        </p:nvSpPr>
        <p:spPr>
          <a:xfrm flipH="1">
            <a:off x="47241" y="1302133"/>
            <a:ext cx="9049513" cy="4336667"/>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57400" lvl="4"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a:t>
            </a:r>
            <a:r>
              <a:rPr lang="es-ES" sz="1200" b="1">
                <a:effectLst/>
                <a:ea typeface="Times New Roman" panose="02020603050405020304" pitchFamily="18" charset="0"/>
                <a:cs typeface="Aptos" panose="020B0004020202020204" pitchFamily="34" charset="0"/>
              </a:rPr>
              <a:t>Contrato de Trabajo </a:t>
            </a:r>
            <a:r>
              <a:rPr lang="es-ES" sz="1200">
                <a:effectLst/>
                <a:ea typeface="Times New Roman" panose="02020603050405020304" pitchFamily="18" charset="0"/>
                <a:cs typeface="Aptos" panose="020B0004020202020204" pitchFamily="34" charset="0"/>
              </a:rPr>
              <a:t>y ES-</a:t>
            </a:r>
            <a:r>
              <a:rPr lang="es-ES" sz="1200" b="1">
                <a:effectLst/>
                <a:ea typeface="Times New Roman" panose="02020603050405020304" pitchFamily="18" charset="0"/>
                <a:cs typeface="Aptos" panose="020B0004020202020204" pitchFamily="34" charset="0"/>
              </a:rPr>
              <a:t>Copia Simple</a:t>
            </a:r>
            <a:endParaRPr lang="es-ES" sz="1200" b="1">
              <a:effectLst/>
              <a:ea typeface="Aptos" panose="020B0004020202020204" pitchFamily="34" charset="0"/>
              <a:cs typeface="Aptos" panose="020B0004020202020204" pitchFamily="34" charset="0"/>
            </a:endParaRPr>
          </a:p>
          <a:p>
            <a:pPr marL="2514600" lvl="5" indent="-228600">
              <a:buFont typeface="Wingdings" panose="05000000000000000000" pitchFamily="2" charset="2"/>
              <a:buChar char=""/>
            </a:pPr>
            <a:r>
              <a:rPr lang="es-ES" sz="1200">
                <a:ea typeface="Aptos" panose="020B0004020202020204" pitchFamily="34" charset="0"/>
                <a:cs typeface="Aptos" panose="020B0004020202020204" pitchFamily="34" charset="0"/>
              </a:rPr>
              <a:t>Documento que exporta en nómina, lo cargan en su gestor documental, lo firman y lo dejan en el FTP de global para que cargue como documento del empleado</a:t>
            </a:r>
            <a:endParaRPr lang="es-ES" sz="1200">
              <a:effectLst/>
              <a:ea typeface="Aptos" panose="020B0004020202020204" pitchFamily="34" charset="0"/>
              <a:cs typeface="Aptos" panose="020B0004020202020204" pitchFamily="34" charset="0"/>
            </a:endParaRPr>
          </a:p>
          <a:p>
            <a:pPr marL="2057400" lvl="4"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a:t>
            </a:r>
            <a:r>
              <a:rPr lang="es-ES" sz="1200" b="1">
                <a:effectLst/>
                <a:ea typeface="Times New Roman" panose="02020603050405020304" pitchFamily="18" charset="0"/>
                <a:cs typeface="Aptos" panose="020B0004020202020204" pitchFamily="34" charset="0"/>
              </a:rPr>
              <a:t>Orden de Trabajo</a:t>
            </a:r>
          </a:p>
          <a:p>
            <a:pPr marL="2514600" lvl="5" indent="-228600">
              <a:buFont typeface="Wingdings" panose="05000000000000000000" pitchFamily="2" charset="2"/>
              <a:buChar char=""/>
            </a:pPr>
            <a:r>
              <a:rPr lang="es-ES" sz="1200">
                <a:effectLst/>
                <a:ea typeface="Aptos" panose="020B0004020202020204" pitchFamily="34" charset="0"/>
                <a:cs typeface="Aptos" panose="020B0004020202020204" pitchFamily="34" charset="0"/>
              </a:rPr>
              <a:t>PDF por empleado directo co</a:t>
            </a:r>
            <a:r>
              <a:rPr lang="es-ES" sz="1200">
                <a:ea typeface="Aptos" panose="020B0004020202020204" pitchFamily="34" charset="0"/>
                <a:cs typeface="Aptos" panose="020B0004020202020204" pitchFamily="34" charset="0"/>
              </a:rPr>
              <a:t>n las ordenes de trabajo, importación mensual de 3,5 GB  a 20 GB. </a:t>
            </a:r>
            <a:r>
              <a:rPr lang="es-ES" sz="1200" err="1">
                <a:ea typeface="Aptos" panose="020B0004020202020204" pitchFamily="34" charset="0"/>
                <a:cs typeface="Aptos" panose="020B0004020202020204" pitchFamily="34" charset="0"/>
              </a:rPr>
              <a:t>Zips</a:t>
            </a:r>
            <a:r>
              <a:rPr lang="es-ES" sz="1200">
                <a:ea typeface="Aptos" panose="020B0004020202020204" pitchFamily="34" charset="0"/>
                <a:cs typeface="Aptos" panose="020B0004020202020204" pitchFamily="34" charset="0"/>
              </a:rPr>
              <a:t> de 100Mb</a:t>
            </a:r>
          </a:p>
          <a:p>
            <a:pPr marL="2057400" lvl="4"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ES-</a:t>
            </a:r>
            <a:r>
              <a:rPr lang="es-ES" sz="1200" b="1">
                <a:effectLst/>
                <a:ea typeface="Times New Roman" panose="02020603050405020304" pitchFamily="18" charset="0"/>
                <a:cs typeface="Aptos" panose="020B0004020202020204" pitchFamily="34" charset="0"/>
              </a:rPr>
              <a:t>Recibo</a:t>
            </a:r>
            <a:r>
              <a:rPr lang="es-ES" sz="1200">
                <a:effectLst/>
                <a:ea typeface="Times New Roman" panose="02020603050405020304" pitchFamily="18" charset="0"/>
                <a:cs typeface="Aptos" panose="020B0004020202020204" pitchFamily="34" charset="0"/>
              </a:rPr>
              <a:t> de nómina (previos a PN )</a:t>
            </a:r>
          </a:p>
          <a:p>
            <a:pPr marL="2514600" lvl="5" indent="-228600">
              <a:buFont typeface="Wingdings" panose="05000000000000000000" pitchFamily="2" charset="2"/>
              <a:buChar char=""/>
            </a:pPr>
            <a:r>
              <a:rPr lang="es-ES" sz="1200">
                <a:ea typeface="Aptos" panose="020B0004020202020204" pitchFamily="34" charset="0"/>
                <a:cs typeface="Aptos" panose="020B0004020202020204" pitchFamily="34" charset="0"/>
              </a:rPr>
              <a:t>Importación de recibos de nómina generados en el </a:t>
            </a:r>
            <a:r>
              <a:rPr lang="es-ES" sz="1200" err="1">
                <a:ea typeface="Aptos" panose="020B0004020202020204" pitchFamily="34" charset="0"/>
                <a:cs typeface="Aptos" panose="020B0004020202020204" pitchFamily="34" charset="0"/>
              </a:rPr>
              <a:t>OnPrem</a:t>
            </a:r>
            <a:r>
              <a:rPr lang="es-ES" sz="1200">
                <a:ea typeface="Aptos" panose="020B0004020202020204" pitchFamily="34" charset="0"/>
                <a:cs typeface="Aptos" panose="020B0004020202020204" pitchFamily="34" charset="0"/>
              </a:rPr>
              <a:t> (retroactivos) carga por el FTP</a:t>
            </a:r>
            <a:endParaRPr lang="es-ES" sz="1200">
              <a:effectLst/>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97833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66352" y="1477944"/>
            <a:ext cx="9049512"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685800" lvl="1"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Exportación de </a:t>
            </a:r>
            <a:r>
              <a:rPr lang="es-ES" sz="1200" b="1">
                <a:effectLst/>
                <a:ea typeface="Times New Roman" panose="02020603050405020304" pitchFamily="18" charset="0"/>
                <a:cs typeface="Aptos" panose="020B0004020202020204" pitchFamily="34" charset="0"/>
              </a:rPr>
              <a:t>documentos</a:t>
            </a:r>
            <a:r>
              <a:rPr lang="es-ES" sz="1200">
                <a:effectLst/>
                <a:ea typeface="Times New Roman" panose="02020603050405020304" pitchFamily="18" charset="0"/>
                <a:cs typeface="Aptos" panose="020B0004020202020204" pitchFamily="34" charset="0"/>
              </a:rPr>
              <a:t> para firma digital</a:t>
            </a:r>
          </a:p>
          <a:p>
            <a:pPr marL="1143000" lvl="2" indent="-228600">
              <a:buFont typeface="Wingdings" panose="05000000000000000000" pitchFamily="2" charset="2"/>
              <a:buChar char=""/>
            </a:pPr>
            <a:r>
              <a:rPr lang="es-ES" sz="1200">
                <a:ea typeface="Aptos" panose="020B0004020202020204" pitchFamily="34" charset="0"/>
                <a:cs typeface="Aptos" panose="020B0004020202020204" pitchFamily="34" charset="0"/>
              </a:rPr>
              <a:t>El proceso de la firma digital de Cegid se ha reutilizado para exportar documentos al FTP de nómina</a:t>
            </a:r>
            <a:endParaRPr lang="es-ES" sz="1200">
              <a:effectLst/>
              <a:ea typeface="Aptos" panose="020B0004020202020204" pitchFamily="34" charset="0"/>
              <a:cs typeface="Aptos" panose="020B0004020202020204" pitchFamily="34" charset="0"/>
            </a:endParaRP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NOMINA - </a:t>
            </a:r>
            <a:r>
              <a:rPr lang="es-ES_tradnl" sz="2000" b="1" u="sng">
                <a:solidFill>
                  <a:srgbClr val="FF5B35"/>
                </a:solidFill>
              </a:rPr>
              <a:t>DOCUMENTOS</a:t>
            </a:r>
            <a:endParaRPr lang="es-ES" sz="2000" b="1" u="sng">
              <a:solidFill>
                <a:srgbClr val="FF5B35"/>
              </a:solidFill>
            </a:endParaRPr>
          </a:p>
        </p:txBody>
      </p:sp>
    </p:spTree>
    <p:extLst>
      <p:ext uri="{BB962C8B-B14F-4D97-AF65-F5344CB8AC3E}">
        <p14:creationId xmlns:p14="http://schemas.microsoft.com/office/powerpoint/2010/main" val="151754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ext on a black background&#10;&#10;Description automatically generated">
            <a:extLst>
              <a:ext uri="{FF2B5EF4-FFF2-40B4-BE49-F238E27FC236}">
                <a16:creationId xmlns:a16="http://schemas.microsoft.com/office/drawing/2014/main" id="{A86DE1D5-5C9E-D295-3AA5-0E2436F54555}"/>
              </a:ext>
            </a:extLst>
          </p:cNvPr>
          <p:cNvPicPr>
            <a:picLocks noChangeAspect="1"/>
          </p:cNvPicPr>
          <p:nvPr/>
        </p:nvPicPr>
        <p:blipFill rotWithShape="1">
          <a:blip r:embed="rId2"/>
          <a:srcRect r="23359"/>
          <a:stretch/>
        </p:blipFill>
        <p:spPr>
          <a:xfrm>
            <a:off x="211451" y="321865"/>
            <a:ext cx="2940181" cy="487149"/>
          </a:xfrm>
          <a:prstGeom prst="rect">
            <a:avLst/>
          </a:prstGeom>
        </p:spPr>
      </p:pic>
      <p:sp>
        <p:nvSpPr>
          <p:cNvPr id="19" name="Arrow: Right 18">
            <a:extLst>
              <a:ext uri="{FF2B5EF4-FFF2-40B4-BE49-F238E27FC236}">
                <a16:creationId xmlns:a16="http://schemas.microsoft.com/office/drawing/2014/main" id="{DD7EA926-ED29-F67D-4FB5-09D3EBFEBEDB}"/>
              </a:ext>
            </a:extLst>
          </p:cNvPr>
          <p:cNvSpPr/>
          <p:nvPr/>
        </p:nvSpPr>
        <p:spPr>
          <a:xfrm>
            <a:off x="94488" y="3313782"/>
            <a:ext cx="9049512" cy="1835799"/>
          </a:xfrm>
          <a:prstGeom prst="rightArrow">
            <a:avLst>
              <a:gd name="adj1" fmla="val 50000"/>
              <a:gd name="adj2" fmla="val 61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a:effectLst/>
            </a:endParaRP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Maestro de documentos - Consulta origen: </a:t>
            </a:r>
          </a:p>
          <a:p>
            <a:pPr marL="1143000" lvl="2" indent="-228600">
              <a:buFont typeface="Wingdings" panose="05000000000000000000" pitchFamily="2" charset="2"/>
              <a:buChar char=""/>
            </a:pPr>
            <a:r>
              <a:rPr lang="es-ES" sz="1200" err="1">
                <a:effectLst/>
                <a:ea typeface="Times New Roman" panose="02020603050405020304" pitchFamily="18" charset="0"/>
                <a:cs typeface="Aptos" panose="020B0004020202020204" pitchFamily="34" charset="0"/>
              </a:rPr>
              <a:t>Check</a:t>
            </a:r>
            <a:r>
              <a:rPr lang="es-ES" sz="1200">
                <a:effectLst/>
                <a:ea typeface="Times New Roman" panose="02020603050405020304" pitchFamily="18" charset="0"/>
                <a:cs typeface="Aptos" panose="020B0004020202020204" pitchFamily="34" charset="0"/>
              </a:rPr>
              <a:t> formación realizada - Consulta origen: </a:t>
            </a:r>
            <a:r>
              <a:rPr lang="es-ES" sz="1200" b="1" err="1">
                <a:effectLst/>
                <a:ea typeface="Times New Roman" panose="02020603050405020304" pitchFamily="18" charset="0"/>
                <a:cs typeface="Aptos" panose="020B0004020202020204" pitchFamily="34" charset="0"/>
              </a:rPr>
              <a:t>Check</a:t>
            </a:r>
            <a:r>
              <a:rPr lang="es-ES" sz="1200" b="1">
                <a:effectLst/>
                <a:ea typeface="Times New Roman" panose="02020603050405020304" pitchFamily="18" charset="0"/>
                <a:cs typeface="Aptos" panose="020B0004020202020204" pitchFamily="34" charset="0"/>
              </a:rPr>
              <a:t> Formación Obligatoria</a:t>
            </a:r>
          </a:p>
          <a:p>
            <a:pPr marL="1143000" lvl="2" indent="-228600">
              <a:buFont typeface="Wingdings" panose="05000000000000000000" pitchFamily="2" charset="2"/>
              <a:buChar char=""/>
            </a:pPr>
            <a:r>
              <a:rPr lang="es-ES" sz="1200">
                <a:effectLst/>
                <a:ea typeface="Times New Roman" panose="02020603050405020304" pitchFamily="18" charset="0"/>
                <a:cs typeface="Aptos" panose="020B0004020202020204" pitchFamily="34" charset="0"/>
              </a:rPr>
              <a:t>Directorio activo - Consulta origen: </a:t>
            </a:r>
            <a:r>
              <a:rPr lang="es-ES" sz="1200" b="1">
                <a:effectLst/>
                <a:ea typeface="Times New Roman" panose="02020603050405020304" pitchFamily="18" charset="0"/>
                <a:cs typeface="Aptos" panose="020B0004020202020204" pitchFamily="34" charset="0"/>
              </a:rPr>
              <a:t>Active </a:t>
            </a:r>
            <a:r>
              <a:rPr lang="es-ES" sz="1200" b="1" err="1">
                <a:effectLst/>
                <a:ea typeface="Times New Roman" panose="02020603050405020304" pitchFamily="18" charset="0"/>
                <a:cs typeface="Aptos" panose="020B0004020202020204" pitchFamily="34" charset="0"/>
              </a:rPr>
              <a:t>Directory</a:t>
            </a:r>
            <a:r>
              <a:rPr lang="es-ES" sz="1200" b="1">
                <a:effectLst/>
                <a:ea typeface="Times New Roman" panose="02020603050405020304" pitchFamily="18" charset="0"/>
                <a:cs typeface="Aptos" panose="020B0004020202020204" pitchFamily="34" charset="0"/>
              </a:rPr>
              <a:t> (WS)</a:t>
            </a:r>
          </a:p>
          <a:p>
            <a:endParaRPr lang="es-ES" sz="1100">
              <a:effectLst/>
              <a:latin typeface="Aptos" panose="020B0004020202020204" pitchFamily="34" charset="0"/>
              <a:ea typeface="Aptos" panose="020B0004020202020204" pitchFamily="34" charset="0"/>
              <a:cs typeface="Aptos" panose="020B0004020202020204" pitchFamily="34" charset="0"/>
            </a:endParaRPr>
          </a:p>
        </p:txBody>
      </p:sp>
      <p:pic>
        <p:nvPicPr>
          <p:cNvPr id="23" name="Picture 22">
            <a:extLst>
              <a:ext uri="{FF2B5EF4-FFF2-40B4-BE49-F238E27FC236}">
                <a16:creationId xmlns:a16="http://schemas.microsoft.com/office/drawing/2014/main" id="{090B716A-E908-2B19-8ED1-889BD7465B07}"/>
              </a:ext>
            </a:extLst>
          </p:cNvPr>
          <p:cNvPicPr>
            <a:picLocks noChangeAspect="1"/>
          </p:cNvPicPr>
          <p:nvPr/>
        </p:nvPicPr>
        <p:blipFill>
          <a:blip r:embed="rId3"/>
          <a:stretch>
            <a:fillRect/>
          </a:stretch>
        </p:blipFill>
        <p:spPr>
          <a:xfrm>
            <a:off x="7310378" y="119819"/>
            <a:ext cx="1677035" cy="891239"/>
          </a:xfrm>
          <a:prstGeom prst="rect">
            <a:avLst/>
          </a:prstGeom>
        </p:spPr>
      </p:pic>
      <p:sp>
        <p:nvSpPr>
          <p:cNvPr id="24" name="TextBox 23">
            <a:extLst>
              <a:ext uri="{FF2B5EF4-FFF2-40B4-BE49-F238E27FC236}">
                <a16:creationId xmlns:a16="http://schemas.microsoft.com/office/drawing/2014/main" id="{8A16288F-063C-619B-D6F6-9539AB7683CD}"/>
              </a:ext>
            </a:extLst>
          </p:cNvPr>
          <p:cNvSpPr txBox="1"/>
          <p:nvPr/>
        </p:nvSpPr>
        <p:spPr>
          <a:xfrm>
            <a:off x="156587" y="930934"/>
            <a:ext cx="3657962" cy="307777"/>
          </a:xfrm>
          <a:prstGeom prst="rect">
            <a:avLst/>
          </a:prstGeom>
          <a:noFill/>
        </p:spPr>
        <p:txBody>
          <a:bodyPr wrap="square" lIns="36000" tIns="0" rIns="36000" bIns="0" rtlCol="0">
            <a:spAutoFit/>
          </a:bodyPr>
          <a:lstStyle/>
          <a:p>
            <a:r>
              <a:rPr lang="es-ES_tradnl" sz="2000" b="1">
                <a:solidFill>
                  <a:srgbClr val="FF5B35"/>
                </a:solidFill>
              </a:rPr>
              <a:t>GLOBAL – </a:t>
            </a:r>
            <a:r>
              <a:rPr lang="es-ES_tradnl" sz="2000" b="1" u="sng">
                <a:solidFill>
                  <a:srgbClr val="FF5B35"/>
                </a:solidFill>
              </a:rPr>
              <a:t>WEB SERVICES</a:t>
            </a:r>
            <a:endParaRPr lang="es-ES" sz="2000" b="1" u="sng">
              <a:solidFill>
                <a:srgbClr val="FF5B35"/>
              </a:solidFill>
            </a:endParaRPr>
          </a:p>
        </p:txBody>
      </p:sp>
      <p:sp>
        <p:nvSpPr>
          <p:cNvPr id="4" name="Arrow: Left-Right 3">
            <a:extLst>
              <a:ext uri="{FF2B5EF4-FFF2-40B4-BE49-F238E27FC236}">
                <a16:creationId xmlns:a16="http://schemas.microsoft.com/office/drawing/2014/main" id="{AA921BD0-50FB-36F7-0BB5-FDFBCAE8E067}"/>
              </a:ext>
            </a:extLst>
          </p:cNvPr>
          <p:cNvSpPr/>
          <p:nvPr/>
        </p:nvSpPr>
        <p:spPr>
          <a:xfrm>
            <a:off x="94488" y="1069145"/>
            <a:ext cx="8986207" cy="2637691"/>
          </a:xfrm>
          <a:prstGeom prst="leftRightArrow">
            <a:avLst>
              <a:gd name="adj1" fmla="val 492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057400" lvl="4" indent="-228600">
              <a:buFont typeface="Wingdings" panose="05000000000000000000" pitchFamily="2" charset="2"/>
              <a:buChar char=""/>
            </a:pPr>
            <a:r>
              <a:rPr lang="es-ES" sz="1200" b="1"/>
              <a:t>Empleados </a:t>
            </a:r>
          </a:p>
          <a:p>
            <a:pPr marL="2514600" lvl="5" indent="-228600">
              <a:buFont typeface="Wingdings" panose="05000000000000000000" pitchFamily="2" charset="2"/>
              <a:buChar char=""/>
            </a:pPr>
            <a:r>
              <a:rPr lang="es-ES" sz="1200"/>
              <a:t>El gestor documental</a:t>
            </a:r>
          </a:p>
          <a:p>
            <a:pPr marL="2514600" lvl="5" indent="-228600">
              <a:buFont typeface="Wingdings" panose="05000000000000000000" pitchFamily="2" charset="2"/>
              <a:buChar char=""/>
            </a:pPr>
            <a:r>
              <a:rPr lang="es-ES" sz="1200"/>
              <a:t>Directorio Activo</a:t>
            </a:r>
          </a:p>
          <a:p>
            <a:pPr marL="2057400" lvl="4" indent="-228600">
              <a:buFont typeface="Wingdings" panose="05000000000000000000" pitchFamily="2" charset="2"/>
              <a:buChar char=""/>
            </a:pPr>
            <a:r>
              <a:rPr lang="es-ES" sz="1200" b="1"/>
              <a:t>Personas</a:t>
            </a:r>
          </a:p>
          <a:p>
            <a:pPr marL="2514600" lvl="5" indent="-228600">
              <a:buFont typeface="Wingdings" panose="05000000000000000000" pitchFamily="2" charset="2"/>
              <a:buChar char=""/>
            </a:pPr>
            <a:r>
              <a:rPr lang="es-ES" sz="1200"/>
              <a:t>La aplicación de control de firma de políticas</a:t>
            </a:r>
          </a:p>
          <a:p>
            <a:pPr marL="2514600" lvl="5" indent="-228600">
              <a:buFont typeface="Wingdings" panose="05000000000000000000" pitchFamily="2" charset="2"/>
              <a:buChar char=""/>
            </a:pPr>
            <a:r>
              <a:rPr lang="es-ES" sz="1200"/>
              <a:t>La </a:t>
            </a:r>
            <a:r>
              <a:rPr lang="es-ES" sz="1200" err="1"/>
              <a:t>power</a:t>
            </a:r>
            <a:r>
              <a:rPr lang="es-ES" sz="1200"/>
              <a:t> app para el pago de plan de incentivos (o algo similar)</a:t>
            </a:r>
          </a:p>
          <a:p>
            <a:pPr marL="2514600" lvl="5" indent="-228600">
              <a:buFont typeface="Wingdings" panose="05000000000000000000" pitchFamily="2" charset="2"/>
              <a:buChar char=""/>
            </a:pPr>
            <a:r>
              <a:rPr lang="es-ES" sz="1200"/>
              <a:t>Formación obligatoria</a:t>
            </a:r>
          </a:p>
        </p:txBody>
      </p:sp>
    </p:spTree>
    <p:extLst>
      <p:ext uri="{BB962C8B-B14F-4D97-AF65-F5344CB8AC3E}">
        <p14:creationId xmlns:p14="http://schemas.microsoft.com/office/powerpoint/2010/main" val="1335381421"/>
      </p:ext>
    </p:extLst>
  </p:cSld>
  <p:clrMapOvr>
    <a:masterClrMapping/>
  </p:clrMapOvr>
</p:sld>
</file>

<file path=ppt/theme/theme1.xml><?xml version="1.0" encoding="utf-8"?>
<a:theme xmlns:a="http://schemas.openxmlformats.org/drawingml/2006/main" name="CEGID">
  <a:themeElements>
    <a:clrScheme name="CEGID_Couleurs">
      <a:dk1>
        <a:srgbClr val="002C52"/>
      </a:dk1>
      <a:lt1>
        <a:sysClr val="window" lastClr="FFFFFF"/>
      </a:lt1>
      <a:dk2>
        <a:srgbClr val="0046FE"/>
      </a:dk2>
      <a:lt2>
        <a:srgbClr val="F5F6F7"/>
      </a:lt2>
      <a:accent1>
        <a:srgbClr val="FF5C35"/>
      </a:accent1>
      <a:accent2>
        <a:srgbClr val="002C52"/>
      </a:accent2>
      <a:accent3>
        <a:srgbClr val="0046FE"/>
      </a:accent3>
      <a:accent4>
        <a:srgbClr val="D9E7FF"/>
      </a:accent4>
      <a:accent5>
        <a:srgbClr val="808080"/>
      </a:accent5>
      <a:accent6>
        <a:srgbClr val="F5F6F7"/>
      </a:accent6>
      <a:hlink>
        <a:srgbClr val="002C52"/>
      </a:hlink>
      <a:folHlink>
        <a:srgbClr val="002C52"/>
      </a:folHlink>
    </a:clrScheme>
    <a:fontScheme name="CEGID_Polices">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36000" tIns="0" rIns="36000" bIns="0" rtlCol="0">
        <a:spAutoFit/>
      </a:bodyPr>
      <a:lstStyle>
        <a:defPPr>
          <a:defRPr sz="1400" dirty="0" smtClean="0"/>
        </a:defPPr>
      </a:lstStyle>
    </a:txDef>
  </a:objectDefaults>
  <a:extraClrSchemeLst/>
  <a:extLst>
    <a:ext uri="{05A4C25C-085E-4340-85A3-A5531E510DB2}">
      <thm15:themeFamily xmlns:thm15="http://schemas.microsoft.com/office/thememl/2012/main" name="Présentation6" id="{8F91D7D1-9229-214B-95F9-AF5BFDE2733C}" vid="{575EE342-DD7B-824C-910C-47C932D57578}"/>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734E525C7079445B959E4AED5CFA7A2" ma:contentTypeVersion="19" ma:contentTypeDescription="Crear nuevo documento." ma:contentTypeScope="" ma:versionID="fe67f7c9aab87d2213c6238b7001ccea">
  <xsd:schema xmlns:xsd="http://www.w3.org/2001/XMLSchema" xmlns:xs="http://www.w3.org/2001/XMLSchema" xmlns:p="http://schemas.microsoft.com/office/2006/metadata/properties" xmlns:ns2="ccb19b2d-5f71-4a68-92e7-89e12e7fc54c" xmlns:ns3="4410988f-629c-42e0-b3e8-51e9bc300255" targetNamespace="http://schemas.microsoft.com/office/2006/metadata/properties" ma:root="true" ma:fieldsID="7f51aec2cdb4ee03cdace2efb7dd7522" ns2:_="" ns3:_="">
    <xsd:import namespace="ccb19b2d-5f71-4a68-92e7-89e12e7fc54c"/>
    <xsd:import namespace="4410988f-629c-42e0-b3e8-51e9bc30025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TaxCatchAll" minOccurs="0"/>
                <xsd:element ref="ns2:lcf76f155ced4ddcb4097134ff3c332f"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b19b2d-5f71-4a68-92e7-89e12e7fc5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a0ee91e3-0d73-4a2a-8a3f-e245c28a69f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410988f-629c-42e0-b3e8-51e9bc30025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27f90d0-f2e2-4b09-8624-3e741092b9df}" ma:internalName="TaxCatchAll" ma:showField="CatchAllData" ma:web="4410988f-629c-42e0-b3e8-51e9bc300255">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cb19b2d-5f71-4a68-92e7-89e12e7fc54c">
      <Terms xmlns="http://schemas.microsoft.com/office/infopath/2007/PartnerControls"/>
    </lcf76f155ced4ddcb4097134ff3c332f>
    <TaxCatchAll xmlns="4410988f-629c-42e0-b3e8-51e9bc300255" xsi:nil="true"/>
  </documentManagement>
</p:properties>
</file>

<file path=customXml/itemProps1.xml><?xml version="1.0" encoding="utf-8"?>
<ds:datastoreItem xmlns:ds="http://schemas.openxmlformats.org/officeDocument/2006/customXml" ds:itemID="{C9D464FB-ED70-43BE-92D0-B869B95F00AE}"/>
</file>

<file path=customXml/itemProps2.xml><?xml version="1.0" encoding="utf-8"?>
<ds:datastoreItem xmlns:ds="http://schemas.openxmlformats.org/officeDocument/2006/customXml" ds:itemID="{FCED525D-4B7F-4136-8D58-07AFE7D5C826}">
  <ds:schemaRefs>
    <ds:schemaRef ds:uri="http://schemas.microsoft.com/sharepoint/v3/contenttype/forms"/>
  </ds:schemaRefs>
</ds:datastoreItem>
</file>

<file path=customXml/itemProps3.xml><?xml version="1.0" encoding="utf-8"?>
<ds:datastoreItem xmlns:ds="http://schemas.openxmlformats.org/officeDocument/2006/customXml" ds:itemID="{A72D8C9D-9C6A-4B81-B11D-0759CFD0CB86}">
  <ds:schemaRefs>
    <ds:schemaRef ds:uri="8ef81b74-4ff2-48ce-8344-948154454116"/>
    <ds:schemaRef ds:uri="d3bbd850-7ea8-4c0f-8488-14c8f5f60ae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41</Slides>
  <Notes>0</Notes>
  <HiddenSlides>0</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CEGID</vt:lpstr>
      <vt:lpstr>INTEGRACIONES  SECURITAS ESPAÑA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Lisa Donnet</dc:creator>
  <cp:revision>1</cp:revision>
  <dcterms:created xsi:type="dcterms:W3CDTF">2019-04-17T13:22:46Z</dcterms:created>
  <dcterms:modified xsi:type="dcterms:W3CDTF">2024-09-19T13:53:03Z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0x0101008734E525C7079445B959E4AED5CFA7A2</vt:lpwstr>
  </property>
  <property fmtid="{D5CDD505-2E9C-101B-9397-08002B2CF9AE}" pid="3" name="MediaServiceImageTags">
    <vt:lpwstr/>
  </property>
</Properties>
</file>